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ia 12">
            <a:extLst>
              <a:ext uri="{FF2B5EF4-FFF2-40B4-BE49-F238E27FC236}">
                <a16:creationId xmlns:a16="http://schemas.microsoft.com/office/drawing/2014/main" id="{76DC02C1-AFC7-4C91-8BE9-72105CD68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192"/>
            <a:ext cx="12192000" cy="62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ia 11">
            <a:extLst>
              <a:ext uri="{FF2B5EF4-FFF2-40B4-BE49-F238E27FC236}">
                <a16:creationId xmlns:a16="http://schemas.microsoft.com/office/drawing/2014/main" id="{C90E9D73-830F-49F2-844A-60F9F2E62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192"/>
            <a:ext cx="12192000" cy="62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9942" y="267290"/>
            <a:ext cx="752116" cy="125218"/>
          </a:xfrm>
          <a:prstGeom prst="rect">
            <a:avLst/>
          </a:prstGeom>
        </p:spPr>
        <p:txBody>
          <a:bodyPr vert="horz" wrap="square" lIns="0" tIns="7548" rIns="0" bIns="0" rtlCol="0">
            <a:spAutoFit/>
          </a:bodyPr>
          <a:lstStyle/>
          <a:p>
            <a:pPr>
              <a:spcBef>
                <a:spcPts val="59"/>
              </a:spcBef>
            </a:pPr>
            <a:r>
              <a:rPr sz="764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764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764" spc="-21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64" spc="-8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764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0151" y="194095"/>
            <a:ext cx="10351698" cy="6469811"/>
            <a:chOff x="228600" y="228600"/>
            <a:chExt cx="12192000" cy="7620000"/>
          </a:xfrm>
        </p:grpSpPr>
        <p:sp>
          <p:nvSpPr>
            <p:cNvPr id="4" name="object 4"/>
            <p:cNvSpPr/>
            <p:nvPr/>
          </p:nvSpPr>
          <p:spPr>
            <a:xfrm>
              <a:off x="228600" y="228600"/>
              <a:ext cx="12192000" cy="7620000"/>
            </a:xfrm>
            <a:custGeom>
              <a:avLst/>
              <a:gdLst/>
              <a:ahLst/>
              <a:cxnLst/>
              <a:rect l="l" t="t" r="r" b="b"/>
              <a:pathLst>
                <a:path w="12192000" h="7620000">
                  <a:moveTo>
                    <a:pt x="12191999" y="7619999"/>
                  </a:moveTo>
                  <a:lnTo>
                    <a:pt x="0" y="7619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" name="object 5"/>
            <p:cNvSpPr/>
            <p:nvPr/>
          </p:nvSpPr>
          <p:spPr>
            <a:xfrm>
              <a:off x="552449" y="1047750"/>
              <a:ext cx="38100" cy="3600450"/>
            </a:xfrm>
            <a:custGeom>
              <a:avLst/>
              <a:gdLst/>
              <a:ahLst/>
              <a:cxnLst/>
              <a:rect l="l" t="t" r="r" b="b"/>
              <a:pathLst>
                <a:path w="38100" h="3600450">
                  <a:moveTo>
                    <a:pt x="21576" y="3600449"/>
                  </a:moveTo>
                  <a:lnTo>
                    <a:pt x="16523" y="3600449"/>
                  </a:lnTo>
                  <a:lnTo>
                    <a:pt x="14093" y="3599966"/>
                  </a:lnTo>
                  <a:lnTo>
                    <a:pt x="0" y="3583925"/>
                  </a:lnTo>
                  <a:lnTo>
                    <a:pt x="0" y="358139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3583925"/>
                  </a:lnTo>
                  <a:lnTo>
                    <a:pt x="24006" y="3599966"/>
                  </a:lnTo>
                  <a:lnTo>
                    <a:pt x="21576" y="360044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" name="object 6"/>
            <p:cNvSpPr/>
            <p:nvPr/>
          </p:nvSpPr>
          <p:spPr>
            <a:xfrm>
              <a:off x="552449" y="1047750"/>
              <a:ext cx="38100" cy="3600450"/>
            </a:xfrm>
            <a:custGeom>
              <a:avLst/>
              <a:gdLst/>
              <a:ahLst/>
              <a:cxnLst/>
              <a:rect l="l" t="t" r="r" b="b"/>
              <a:pathLst>
                <a:path w="38100" h="3600450">
                  <a:moveTo>
                    <a:pt x="24310" y="3600449"/>
                  </a:moveTo>
                  <a:lnTo>
                    <a:pt x="13789" y="3600449"/>
                  </a:lnTo>
                  <a:lnTo>
                    <a:pt x="9299" y="3598589"/>
                  </a:lnTo>
                  <a:lnTo>
                    <a:pt x="1859" y="3591150"/>
                  </a:lnTo>
                  <a:lnTo>
                    <a:pt x="0" y="3586660"/>
                  </a:lnTo>
                  <a:lnTo>
                    <a:pt x="0" y="13789"/>
                  </a:lnTo>
                  <a:lnTo>
                    <a:pt x="1859" y="9299"/>
                  </a:lnTo>
                  <a:lnTo>
                    <a:pt x="9299" y="1859"/>
                  </a:lnTo>
                  <a:lnTo>
                    <a:pt x="13789" y="0"/>
                  </a:lnTo>
                  <a:lnTo>
                    <a:pt x="24310" y="0"/>
                  </a:lnTo>
                  <a:lnTo>
                    <a:pt x="28800" y="1859"/>
                  </a:lnTo>
                  <a:lnTo>
                    <a:pt x="36240" y="9299"/>
                  </a:lnTo>
                  <a:lnTo>
                    <a:pt x="38100" y="13789"/>
                  </a:lnTo>
                  <a:lnTo>
                    <a:pt x="38100" y="3586660"/>
                  </a:lnTo>
                  <a:lnTo>
                    <a:pt x="36240" y="3591150"/>
                  </a:lnTo>
                  <a:lnTo>
                    <a:pt x="28800" y="3598589"/>
                  </a:lnTo>
                  <a:lnTo>
                    <a:pt x="24310" y="36004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4196" y="950927"/>
            <a:ext cx="153888" cy="297503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0784">
              <a:lnSpc>
                <a:spcPts val="1227"/>
              </a:lnSpc>
            </a:pPr>
            <a:r>
              <a:rPr sz="1274" spc="-68" dirty="0">
                <a:latin typeface="Trebuchet MS"/>
                <a:cs typeface="Trebuchet MS"/>
              </a:rPr>
              <a:t>Poverty</a:t>
            </a:r>
            <a:r>
              <a:rPr sz="1274" spc="-51" dirty="0">
                <a:latin typeface="Trebuchet MS"/>
                <a:cs typeface="Trebuchet MS"/>
              </a:rPr>
              <a:t> </a:t>
            </a:r>
            <a:r>
              <a:rPr sz="1274" spc="-85" dirty="0">
                <a:latin typeface="Trebuchet MS"/>
                <a:cs typeface="Trebuchet MS"/>
              </a:rPr>
              <a:t>headcount</a:t>
            </a:r>
            <a:r>
              <a:rPr sz="1274" spc="-47" dirty="0">
                <a:latin typeface="Trebuchet MS"/>
                <a:cs typeface="Trebuchet MS"/>
              </a:rPr>
              <a:t> </a:t>
            </a:r>
            <a:r>
              <a:rPr sz="1274" spc="-76" dirty="0">
                <a:latin typeface="Trebuchet MS"/>
                <a:cs typeface="Trebuchet MS"/>
              </a:rPr>
              <a:t>Ratio</a:t>
            </a:r>
            <a:r>
              <a:rPr sz="1274" spc="-51" dirty="0">
                <a:latin typeface="Trebuchet MS"/>
                <a:cs typeface="Trebuchet MS"/>
              </a:rPr>
              <a:t> </a:t>
            </a:r>
            <a:r>
              <a:rPr sz="1274" spc="-89" dirty="0">
                <a:latin typeface="Trebuchet MS"/>
                <a:cs typeface="Trebuchet MS"/>
              </a:rPr>
              <a:t>(National</a:t>
            </a:r>
            <a:r>
              <a:rPr sz="1274" spc="-47" dirty="0">
                <a:latin typeface="Trebuchet MS"/>
                <a:cs typeface="Trebuchet MS"/>
              </a:rPr>
              <a:t> </a:t>
            </a:r>
            <a:r>
              <a:rPr sz="1274" spc="-81" dirty="0">
                <a:latin typeface="Trebuchet MS"/>
                <a:cs typeface="Trebuchet MS"/>
              </a:rPr>
              <a:t>Headcount)</a:t>
            </a:r>
            <a:endParaRPr sz="1274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57104" y="865338"/>
            <a:ext cx="32349" cy="3113597"/>
            <a:chOff x="5572123" y="1019175"/>
            <a:chExt cx="38100" cy="3667125"/>
          </a:xfrm>
        </p:grpSpPr>
        <p:sp>
          <p:nvSpPr>
            <p:cNvPr id="9" name="object 9"/>
            <p:cNvSpPr/>
            <p:nvPr/>
          </p:nvSpPr>
          <p:spPr>
            <a:xfrm>
              <a:off x="5572123" y="1019175"/>
              <a:ext cx="38100" cy="3667125"/>
            </a:xfrm>
            <a:custGeom>
              <a:avLst/>
              <a:gdLst/>
              <a:ahLst/>
              <a:cxnLst/>
              <a:rect l="l" t="t" r="r" b="b"/>
              <a:pathLst>
                <a:path w="38100" h="3667125">
                  <a:moveTo>
                    <a:pt x="21576" y="3667124"/>
                  </a:moveTo>
                  <a:lnTo>
                    <a:pt x="16523" y="3667124"/>
                  </a:lnTo>
                  <a:lnTo>
                    <a:pt x="14093" y="3666641"/>
                  </a:lnTo>
                  <a:lnTo>
                    <a:pt x="0" y="3650600"/>
                  </a:lnTo>
                  <a:lnTo>
                    <a:pt x="0" y="364807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3650600"/>
                  </a:lnTo>
                  <a:lnTo>
                    <a:pt x="24005" y="3666641"/>
                  </a:lnTo>
                  <a:lnTo>
                    <a:pt x="21576" y="366712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2124" y="1019175"/>
              <a:ext cx="38100" cy="3667125"/>
            </a:xfrm>
            <a:custGeom>
              <a:avLst/>
              <a:gdLst/>
              <a:ahLst/>
              <a:cxnLst/>
              <a:rect l="l" t="t" r="r" b="b"/>
              <a:pathLst>
                <a:path w="38100" h="3667125">
                  <a:moveTo>
                    <a:pt x="24310" y="3667124"/>
                  </a:moveTo>
                  <a:lnTo>
                    <a:pt x="13789" y="3667124"/>
                  </a:lnTo>
                  <a:lnTo>
                    <a:pt x="9299" y="3665264"/>
                  </a:lnTo>
                  <a:lnTo>
                    <a:pt x="1859" y="3657825"/>
                  </a:lnTo>
                  <a:lnTo>
                    <a:pt x="0" y="3653335"/>
                  </a:lnTo>
                  <a:lnTo>
                    <a:pt x="0" y="13789"/>
                  </a:lnTo>
                  <a:lnTo>
                    <a:pt x="1859" y="9299"/>
                  </a:lnTo>
                  <a:lnTo>
                    <a:pt x="9299" y="1859"/>
                  </a:lnTo>
                  <a:lnTo>
                    <a:pt x="13789" y="0"/>
                  </a:lnTo>
                  <a:lnTo>
                    <a:pt x="24310" y="0"/>
                  </a:lnTo>
                  <a:lnTo>
                    <a:pt x="28800" y="1859"/>
                  </a:lnTo>
                  <a:lnTo>
                    <a:pt x="36240" y="9299"/>
                  </a:lnTo>
                  <a:lnTo>
                    <a:pt x="38099" y="13789"/>
                  </a:lnTo>
                  <a:lnTo>
                    <a:pt x="38099" y="3653335"/>
                  </a:lnTo>
                  <a:lnTo>
                    <a:pt x="36240" y="3657825"/>
                  </a:lnTo>
                  <a:lnTo>
                    <a:pt x="28800" y="3665264"/>
                  </a:lnTo>
                  <a:lnTo>
                    <a:pt x="24310" y="3667124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55808" y="921753"/>
            <a:ext cx="153888" cy="303380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0784">
              <a:lnSpc>
                <a:spcPts val="1227"/>
              </a:lnSpc>
            </a:pPr>
            <a:r>
              <a:rPr sz="1274" spc="-68" dirty="0">
                <a:latin typeface="Trebuchet MS"/>
                <a:cs typeface="Trebuchet MS"/>
              </a:rPr>
              <a:t>Poverty</a:t>
            </a:r>
            <a:r>
              <a:rPr sz="1274" spc="-51" dirty="0">
                <a:latin typeface="Trebuchet MS"/>
                <a:cs typeface="Trebuchet MS"/>
              </a:rPr>
              <a:t> </a:t>
            </a:r>
            <a:r>
              <a:rPr sz="1274" spc="-85" dirty="0">
                <a:latin typeface="Trebuchet MS"/>
                <a:cs typeface="Trebuchet MS"/>
              </a:rPr>
              <a:t>headcount</a:t>
            </a:r>
            <a:r>
              <a:rPr sz="1274" spc="-47" dirty="0">
                <a:latin typeface="Trebuchet MS"/>
                <a:cs typeface="Trebuchet MS"/>
              </a:rPr>
              <a:t> </a:t>
            </a:r>
            <a:r>
              <a:rPr sz="1274" spc="-76" dirty="0">
                <a:latin typeface="Trebuchet MS"/>
                <a:cs typeface="Trebuchet MS"/>
              </a:rPr>
              <a:t>Ratio</a:t>
            </a:r>
            <a:r>
              <a:rPr sz="1274" spc="-47" dirty="0">
                <a:latin typeface="Trebuchet MS"/>
                <a:cs typeface="Trebuchet MS"/>
              </a:rPr>
              <a:t> </a:t>
            </a:r>
            <a:r>
              <a:rPr sz="1274" spc="-81" dirty="0">
                <a:latin typeface="Trebuchet MS"/>
                <a:cs typeface="Trebuchet MS"/>
              </a:rPr>
              <a:t>(Societal</a:t>
            </a:r>
            <a:r>
              <a:rPr sz="1274" spc="-51" dirty="0">
                <a:latin typeface="Trebuchet MS"/>
                <a:cs typeface="Trebuchet MS"/>
              </a:rPr>
              <a:t> </a:t>
            </a:r>
            <a:r>
              <a:rPr sz="1274" spc="-72" dirty="0">
                <a:latin typeface="Trebuchet MS"/>
                <a:cs typeface="Trebuchet MS"/>
              </a:rPr>
              <a:t>poverty</a:t>
            </a:r>
            <a:r>
              <a:rPr sz="1274" spc="-47" dirty="0">
                <a:latin typeface="Trebuchet MS"/>
                <a:cs typeface="Trebuchet MS"/>
              </a:rPr>
              <a:t> </a:t>
            </a:r>
            <a:r>
              <a:rPr sz="1274" spc="-59" dirty="0">
                <a:latin typeface="Trebuchet MS"/>
                <a:cs typeface="Trebuchet MS"/>
              </a:rPr>
              <a:t>line)</a:t>
            </a:r>
            <a:endParaRPr sz="1274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459" y="3678954"/>
            <a:ext cx="312708" cy="220048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1359" spc="-85" dirty="0">
                <a:latin typeface="Tahoma"/>
                <a:cs typeface="Tahoma"/>
              </a:rPr>
              <a:t>18,5</a:t>
            </a:r>
            <a:endParaRPr sz="1359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178" y="2987861"/>
            <a:ext cx="304081" cy="220048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1359" spc="-102" dirty="0">
                <a:latin typeface="Tahoma"/>
                <a:cs typeface="Tahoma"/>
              </a:rPr>
              <a:t>19,0</a:t>
            </a:r>
            <a:endParaRPr sz="1359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6459" y="2296767"/>
            <a:ext cx="312708" cy="220048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1359" spc="-85" dirty="0">
                <a:latin typeface="Tahoma"/>
                <a:cs typeface="Tahoma"/>
              </a:rPr>
              <a:t>19,5</a:t>
            </a:r>
            <a:endParaRPr sz="1359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178" y="1605674"/>
            <a:ext cx="304081" cy="220048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1359" spc="-102" dirty="0">
                <a:latin typeface="Tahoma"/>
                <a:cs typeface="Tahoma"/>
              </a:rPr>
              <a:t>20,0</a:t>
            </a:r>
            <a:endParaRPr sz="1359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6459" y="914581"/>
            <a:ext cx="312708" cy="220048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1359" spc="-85" dirty="0">
                <a:latin typeface="Tahoma"/>
                <a:cs typeface="Tahoma"/>
              </a:rPr>
              <a:t>20,5</a:t>
            </a:r>
            <a:endParaRPr sz="1359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9610" y="3895449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14,5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9610" y="3453346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15,0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09610" y="3011242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15,5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9610" y="2569138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16,0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9610" y="2127035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16,5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09610" y="1684931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17,0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09610" y="1242827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17,5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09610" y="800723"/>
            <a:ext cx="20002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18,0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 rot="19560000">
            <a:off x="1521131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2003</a:t>
            </a:r>
            <a:endParaRPr sz="934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 rot="19560000">
            <a:off x="1691910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2004</a:t>
            </a:r>
            <a:endParaRPr sz="934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 rot="19560000">
            <a:off x="1857505" y="4055238"/>
            <a:ext cx="267640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5" dirty="0">
                <a:latin typeface="Tahoma"/>
                <a:cs typeface="Tahoma"/>
              </a:rPr>
              <a:t>2005</a:t>
            </a:r>
            <a:endParaRPr sz="934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 rot="19560000">
            <a:off x="2033468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2006</a:t>
            </a:r>
            <a:endParaRPr sz="934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 rot="19560000">
            <a:off x="2204246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2007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 rot="19560000">
            <a:off x="2375025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2008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 rot="19560000">
            <a:off x="2545805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2009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 rot="19560000">
            <a:off x="2716583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2010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 rot="19560000">
            <a:off x="2887362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2011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 rot="19560000">
            <a:off x="3058141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2012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 rot="19560000">
            <a:off x="3228920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2013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 rot="19560000">
            <a:off x="3399699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2014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 rot="19560000">
            <a:off x="3565294" y="4055238"/>
            <a:ext cx="267640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5" dirty="0">
                <a:latin typeface="Tahoma"/>
                <a:cs typeface="Tahoma"/>
              </a:rPr>
              <a:t>2015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 rot="19560000">
            <a:off x="3741257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2016</a:t>
            </a:r>
            <a:endParaRPr sz="934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 rot="19560000">
            <a:off x="3912036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2017</a:t>
            </a:r>
            <a:endParaRPr sz="934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 rot="19560000">
            <a:off x="4082814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2018</a:t>
            </a:r>
            <a:endParaRPr sz="934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 rot="19560000">
            <a:off x="4253594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2019</a:t>
            </a:r>
            <a:endParaRPr sz="934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 rot="19560000">
            <a:off x="4424373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2020</a:t>
            </a:r>
            <a:endParaRPr sz="934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 rot="19560000">
            <a:off x="4595151" y="4053464"/>
            <a:ext cx="262337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1"/>
              </a:lnSpc>
            </a:pPr>
            <a:r>
              <a:rPr sz="934" spc="-59" dirty="0">
                <a:latin typeface="Tahoma"/>
                <a:cs typeface="Tahoma"/>
              </a:rPr>
              <a:t>2021</a:t>
            </a:r>
            <a:endParaRPr sz="934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770231" y="873424"/>
            <a:ext cx="3128154" cy="3094726"/>
            <a:chOff x="1229805" y="1028699"/>
            <a:chExt cx="3684270" cy="3644900"/>
          </a:xfrm>
        </p:grpSpPr>
        <p:sp>
          <p:nvSpPr>
            <p:cNvPr id="45" name="object 45"/>
            <p:cNvSpPr/>
            <p:nvPr/>
          </p:nvSpPr>
          <p:spPr>
            <a:xfrm>
              <a:off x="1261555" y="1060449"/>
              <a:ext cx="3620770" cy="3581400"/>
            </a:xfrm>
            <a:custGeom>
              <a:avLst/>
              <a:gdLst/>
              <a:ahLst/>
              <a:cxnLst/>
              <a:rect l="l" t="t" r="r" b="b"/>
              <a:pathLst>
                <a:path w="3620770" h="3581400">
                  <a:moveTo>
                    <a:pt x="0" y="2767445"/>
                  </a:moveTo>
                  <a:lnTo>
                    <a:pt x="201139" y="2279072"/>
                  </a:lnTo>
                  <a:lnTo>
                    <a:pt x="402279" y="2116281"/>
                  </a:lnTo>
                  <a:lnTo>
                    <a:pt x="603418" y="1790699"/>
                  </a:lnTo>
                  <a:lnTo>
                    <a:pt x="804558" y="2767445"/>
                  </a:lnTo>
                  <a:lnTo>
                    <a:pt x="1005698" y="3581399"/>
                  </a:lnTo>
                  <a:lnTo>
                    <a:pt x="1206837" y="3093027"/>
                  </a:lnTo>
                  <a:lnTo>
                    <a:pt x="1407977" y="1302327"/>
                  </a:lnTo>
                  <a:lnTo>
                    <a:pt x="1609116" y="1790699"/>
                  </a:lnTo>
                  <a:lnTo>
                    <a:pt x="1810256" y="2116281"/>
                  </a:lnTo>
                  <a:lnTo>
                    <a:pt x="2011396" y="1953490"/>
                  </a:lnTo>
                  <a:lnTo>
                    <a:pt x="2212535" y="1139536"/>
                  </a:lnTo>
                  <a:lnTo>
                    <a:pt x="2413675" y="0"/>
                  </a:lnTo>
                  <a:lnTo>
                    <a:pt x="2614814" y="488372"/>
                  </a:lnTo>
                  <a:lnTo>
                    <a:pt x="2815954" y="488372"/>
                  </a:lnTo>
                  <a:lnTo>
                    <a:pt x="3017094" y="813954"/>
                  </a:lnTo>
                  <a:lnTo>
                    <a:pt x="3218233" y="976745"/>
                  </a:lnTo>
                  <a:lnTo>
                    <a:pt x="3419373" y="813954"/>
                  </a:lnTo>
                  <a:lnTo>
                    <a:pt x="3620512" y="813954"/>
                  </a:lnTo>
                </a:path>
              </a:pathLst>
            </a:custGeom>
            <a:ln w="285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46" name="object 46"/>
            <p:cNvSpPr/>
            <p:nvPr/>
          </p:nvSpPr>
          <p:spPr>
            <a:xfrm>
              <a:off x="1261555" y="1236979"/>
              <a:ext cx="3620770" cy="3020060"/>
            </a:xfrm>
            <a:custGeom>
              <a:avLst/>
              <a:gdLst/>
              <a:ahLst/>
              <a:cxnLst/>
              <a:rect l="l" t="t" r="r" b="b"/>
              <a:pathLst>
                <a:path w="3620770" h="3020060">
                  <a:moveTo>
                    <a:pt x="0" y="2499359"/>
                  </a:moveTo>
                  <a:lnTo>
                    <a:pt x="201139" y="2915919"/>
                  </a:lnTo>
                  <a:lnTo>
                    <a:pt x="402279" y="2186939"/>
                  </a:lnTo>
                  <a:lnTo>
                    <a:pt x="603418" y="2707639"/>
                  </a:lnTo>
                  <a:lnTo>
                    <a:pt x="804558" y="3020059"/>
                  </a:lnTo>
                  <a:lnTo>
                    <a:pt x="1005698" y="2707639"/>
                  </a:lnTo>
                  <a:lnTo>
                    <a:pt x="1206837" y="2603499"/>
                  </a:lnTo>
                  <a:lnTo>
                    <a:pt x="1407977" y="1978659"/>
                  </a:lnTo>
                  <a:lnTo>
                    <a:pt x="1609116" y="1353819"/>
                  </a:lnTo>
                  <a:lnTo>
                    <a:pt x="1810256" y="1666239"/>
                  </a:lnTo>
                  <a:lnTo>
                    <a:pt x="2011396" y="1457959"/>
                  </a:lnTo>
                  <a:lnTo>
                    <a:pt x="2212535" y="833119"/>
                  </a:lnTo>
                  <a:lnTo>
                    <a:pt x="2413675" y="0"/>
                  </a:lnTo>
                  <a:lnTo>
                    <a:pt x="2614814" y="312419"/>
                  </a:lnTo>
                  <a:lnTo>
                    <a:pt x="2815954" y="104139"/>
                  </a:lnTo>
                  <a:lnTo>
                    <a:pt x="3017094" y="728979"/>
                  </a:lnTo>
                  <a:lnTo>
                    <a:pt x="3218233" y="1353819"/>
                  </a:lnTo>
                  <a:lnTo>
                    <a:pt x="3419373" y="624839"/>
                  </a:lnTo>
                  <a:lnTo>
                    <a:pt x="3620512" y="1249679"/>
                  </a:lnTo>
                </a:path>
              </a:pathLst>
            </a:custGeom>
            <a:ln w="285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237743" y="38040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237743" y="38040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438882" y="331570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0" name="object 50"/>
            <p:cNvSpPr/>
            <p:nvPr/>
          </p:nvSpPr>
          <p:spPr>
            <a:xfrm>
              <a:off x="1438882" y="331570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1" name="object 51"/>
            <p:cNvSpPr/>
            <p:nvPr/>
          </p:nvSpPr>
          <p:spPr>
            <a:xfrm>
              <a:off x="1640022" y="31529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640022" y="31529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3" name="object 53"/>
            <p:cNvSpPr/>
            <p:nvPr/>
          </p:nvSpPr>
          <p:spPr>
            <a:xfrm>
              <a:off x="1841162" y="28273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41162" y="28273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5" name="object 55"/>
            <p:cNvSpPr/>
            <p:nvPr/>
          </p:nvSpPr>
          <p:spPr>
            <a:xfrm>
              <a:off x="2042301" y="38040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6" name="object 56"/>
            <p:cNvSpPr/>
            <p:nvPr/>
          </p:nvSpPr>
          <p:spPr>
            <a:xfrm>
              <a:off x="2042301" y="38040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7" name="object 57"/>
            <p:cNvSpPr/>
            <p:nvPr/>
          </p:nvSpPr>
          <p:spPr>
            <a:xfrm>
              <a:off x="2243441" y="46180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8" name="object 58"/>
            <p:cNvSpPr/>
            <p:nvPr/>
          </p:nvSpPr>
          <p:spPr>
            <a:xfrm>
              <a:off x="2243441" y="46180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59" name="object 59"/>
            <p:cNvSpPr/>
            <p:nvPr/>
          </p:nvSpPr>
          <p:spPr>
            <a:xfrm>
              <a:off x="2444581" y="4129664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0" name="object 60"/>
            <p:cNvSpPr/>
            <p:nvPr/>
          </p:nvSpPr>
          <p:spPr>
            <a:xfrm>
              <a:off x="2444581" y="4129664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1" name="object 61"/>
            <p:cNvSpPr/>
            <p:nvPr/>
          </p:nvSpPr>
          <p:spPr>
            <a:xfrm>
              <a:off x="2645720" y="2338964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2" name="object 62"/>
            <p:cNvSpPr/>
            <p:nvPr/>
          </p:nvSpPr>
          <p:spPr>
            <a:xfrm>
              <a:off x="2645720" y="2338964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3" name="object 63"/>
            <p:cNvSpPr/>
            <p:nvPr/>
          </p:nvSpPr>
          <p:spPr>
            <a:xfrm>
              <a:off x="2846860" y="28273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46860" y="28273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5" name="object 65"/>
            <p:cNvSpPr/>
            <p:nvPr/>
          </p:nvSpPr>
          <p:spPr>
            <a:xfrm>
              <a:off x="3047999" y="31529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6" name="object 66"/>
            <p:cNvSpPr/>
            <p:nvPr/>
          </p:nvSpPr>
          <p:spPr>
            <a:xfrm>
              <a:off x="3047999" y="31529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7" name="object 67"/>
            <p:cNvSpPr/>
            <p:nvPr/>
          </p:nvSpPr>
          <p:spPr>
            <a:xfrm>
              <a:off x="3249139" y="299012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8" name="object 68"/>
            <p:cNvSpPr/>
            <p:nvPr/>
          </p:nvSpPr>
          <p:spPr>
            <a:xfrm>
              <a:off x="3249139" y="299012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69" name="object 69"/>
            <p:cNvSpPr/>
            <p:nvPr/>
          </p:nvSpPr>
          <p:spPr>
            <a:xfrm>
              <a:off x="3450279" y="217617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0" name="object 70"/>
            <p:cNvSpPr/>
            <p:nvPr/>
          </p:nvSpPr>
          <p:spPr>
            <a:xfrm>
              <a:off x="3450279" y="217617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1" name="object 71"/>
            <p:cNvSpPr/>
            <p:nvPr/>
          </p:nvSpPr>
          <p:spPr>
            <a:xfrm>
              <a:off x="3651418" y="10366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2" name="object 72"/>
            <p:cNvSpPr/>
            <p:nvPr/>
          </p:nvSpPr>
          <p:spPr>
            <a:xfrm>
              <a:off x="3651418" y="10366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3" name="object 73"/>
            <p:cNvSpPr/>
            <p:nvPr/>
          </p:nvSpPr>
          <p:spPr>
            <a:xfrm>
              <a:off x="3852558" y="152501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4" name="object 74"/>
            <p:cNvSpPr/>
            <p:nvPr/>
          </p:nvSpPr>
          <p:spPr>
            <a:xfrm>
              <a:off x="3852558" y="152501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5" name="object 75"/>
            <p:cNvSpPr/>
            <p:nvPr/>
          </p:nvSpPr>
          <p:spPr>
            <a:xfrm>
              <a:off x="4053698" y="152501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6" name="object 76"/>
            <p:cNvSpPr/>
            <p:nvPr/>
          </p:nvSpPr>
          <p:spPr>
            <a:xfrm>
              <a:off x="4053698" y="152501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7" name="object 77"/>
            <p:cNvSpPr/>
            <p:nvPr/>
          </p:nvSpPr>
          <p:spPr>
            <a:xfrm>
              <a:off x="4254837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54837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455977" y="20133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0" name="object 80"/>
            <p:cNvSpPr/>
            <p:nvPr/>
          </p:nvSpPr>
          <p:spPr>
            <a:xfrm>
              <a:off x="4455977" y="20133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1" name="object 81"/>
            <p:cNvSpPr/>
            <p:nvPr/>
          </p:nvSpPr>
          <p:spPr>
            <a:xfrm>
              <a:off x="4657116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2" name="object 82"/>
            <p:cNvSpPr/>
            <p:nvPr/>
          </p:nvSpPr>
          <p:spPr>
            <a:xfrm>
              <a:off x="4657116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3" name="object 83"/>
            <p:cNvSpPr/>
            <p:nvPr/>
          </p:nvSpPr>
          <p:spPr>
            <a:xfrm>
              <a:off x="4858256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4" name="object 84"/>
            <p:cNvSpPr/>
            <p:nvPr/>
          </p:nvSpPr>
          <p:spPr>
            <a:xfrm>
              <a:off x="4858256" y="185059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5" name="object 85"/>
            <p:cNvSpPr/>
            <p:nvPr/>
          </p:nvSpPr>
          <p:spPr>
            <a:xfrm>
              <a:off x="1237743" y="371252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6" name="object 86"/>
            <p:cNvSpPr/>
            <p:nvPr/>
          </p:nvSpPr>
          <p:spPr>
            <a:xfrm>
              <a:off x="1237743" y="371252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7" name="object 87"/>
            <p:cNvSpPr/>
            <p:nvPr/>
          </p:nvSpPr>
          <p:spPr>
            <a:xfrm>
              <a:off x="1438882" y="41290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8" name="object 88"/>
            <p:cNvSpPr/>
            <p:nvPr/>
          </p:nvSpPr>
          <p:spPr>
            <a:xfrm>
              <a:off x="1438882" y="41290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89" name="object 89"/>
            <p:cNvSpPr/>
            <p:nvPr/>
          </p:nvSpPr>
          <p:spPr>
            <a:xfrm>
              <a:off x="1640022" y="34001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0" name="object 90"/>
            <p:cNvSpPr/>
            <p:nvPr/>
          </p:nvSpPr>
          <p:spPr>
            <a:xfrm>
              <a:off x="1640022" y="34001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1" name="object 91"/>
            <p:cNvSpPr/>
            <p:nvPr/>
          </p:nvSpPr>
          <p:spPr>
            <a:xfrm>
              <a:off x="1841162" y="39208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2" name="object 92"/>
            <p:cNvSpPr/>
            <p:nvPr/>
          </p:nvSpPr>
          <p:spPr>
            <a:xfrm>
              <a:off x="1841162" y="39208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3" name="object 93"/>
            <p:cNvSpPr/>
            <p:nvPr/>
          </p:nvSpPr>
          <p:spPr>
            <a:xfrm>
              <a:off x="2042301" y="42332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4" name="object 94"/>
            <p:cNvSpPr/>
            <p:nvPr/>
          </p:nvSpPr>
          <p:spPr>
            <a:xfrm>
              <a:off x="2042301" y="42332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5" name="object 95"/>
            <p:cNvSpPr/>
            <p:nvPr/>
          </p:nvSpPr>
          <p:spPr>
            <a:xfrm>
              <a:off x="2243441" y="39208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6" name="object 96"/>
            <p:cNvSpPr/>
            <p:nvPr/>
          </p:nvSpPr>
          <p:spPr>
            <a:xfrm>
              <a:off x="2243441" y="39208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7" name="object 97"/>
            <p:cNvSpPr/>
            <p:nvPr/>
          </p:nvSpPr>
          <p:spPr>
            <a:xfrm>
              <a:off x="2444581" y="381666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8" name="object 98"/>
            <p:cNvSpPr/>
            <p:nvPr/>
          </p:nvSpPr>
          <p:spPr>
            <a:xfrm>
              <a:off x="2444581" y="381666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99" name="object 99"/>
            <p:cNvSpPr/>
            <p:nvPr/>
          </p:nvSpPr>
          <p:spPr>
            <a:xfrm>
              <a:off x="2645720" y="31918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645720" y="31918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846860" y="25669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46860" y="25669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47999" y="28794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47999" y="28794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49139" y="26711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49139" y="26711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50279" y="20462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50279" y="20462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651418" y="121316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651418" y="121316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852558" y="15255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852558" y="15255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053698" y="13173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053698" y="13173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254837" y="194214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54837" y="194214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455977" y="25669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455977" y="25669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57116" y="18380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657116" y="183800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858256" y="246284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2D376D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858256" y="246284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lnTo>
                    <a:pt x="23812" y="47624"/>
                  </a:lnTo>
                  <a:lnTo>
                    <a:pt x="26970" y="47624"/>
                  </a:lnTo>
                  <a:lnTo>
                    <a:pt x="47624" y="23812"/>
                  </a:lnTo>
                  <a:lnTo>
                    <a:pt x="47624" y="20654"/>
                  </a:lnTo>
                  <a:lnTo>
                    <a:pt x="23812" y="0"/>
                  </a:lnTo>
                  <a:lnTo>
                    <a:pt x="20654" y="0"/>
                  </a:lnTo>
                  <a:lnTo>
                    <a:pt x="0" y="23812"/>
                  </a:lnTo>
                </a:path>
              </a:pathLst>
            </a:custGeom>
            <a:ln w="15874">
              <a:solidFill>
                <a:srgbClr val="2D376D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1718216" y="3292235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18,90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514568" y="3722379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18,40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197684" y="2739360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19,30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169978" y="2201974"/>
            <a:ext cx="27928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1" dirty="0">
                <a:latin typeface="Trebuchet MS"/>
                <a:cs typeface="Trebuchet MS"/>
              </a:rPr>
              <a:t>19,50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685347" y="3307723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18,70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023872" y="2201974"/>
            <a:ext cx="27928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1" dirty="0">
                <a:latin typeface="Trebuchet MS"/>
                <a:cs typeface="Trebuchet MS"/>
              </a:rPr>
              <a:t>19,50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880800" y="1357173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20,30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222358" y="1372662"/>
            <a:ext cx="728393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  <a:tabLst>
                <a:tab pos="465311" algn="l"/>
              </a:tabLst>
            </a:pPr>
            <a:r>
              <a:rPr sz="934" spc="-8" dirty="0">
                <a:latin typeface="Trebuchet MS"/>
                <a:cs typeface="Trebuchet MS"/>
              </a:rPr>
              <a:t>20,10</a:t>
            </a:r>
            <a:r>
              <a:rPr sz="934" dirty="0">
                <a:latin typeface="Trebuchet MS"/>
                <a:cs typeface="Trebuchet MS"/>
              </a:rPr>
              <a:t>	</a:t>
            </a:r>
            <a:r>
              <a:rPr sz="934" spc="-59" dirty="0">
                <a:latin typeface="Trebuchet MS"/>
                <a:cs typeface="Trebuchet MS"/>
              </a:rPr>
              <a:t>20,10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831453" y="2478411"/>
            <a:ext cx="444260" cy="293561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81164">
              <a:lnSpc>
                <a:spcPts val="1104"/>
              </a:lnSpc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19,30</a:t>
            </a:r>
            <a:endParaRPr sz="934">
              <a:latin typeface="Trebuchet MS"/>
              <a:cs typeface="Trebuchet MS"/>
            </a:endParaRPr>
          </a:p>
          <a:p>
            <a:pPr marL="10784">
              <a:lnSpc>
                <a:spcPts val="1104"/>
              </a:lnSpc>
            </a:pPr>
            <a:r>
              <a:rPr sz="934" spc="-8" dirty="0">
                <a:latin typeface="Trebuchet MS"/>
                <a:cs typeface="Trebuchet MS"/>
              </a:rPr>
              <a:t>19,20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710021" y="831452"/>
            <a:ext cx="273350" cy="267913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lnSpc>
                <a:spcPts val="998"/>
              </a:lnSpc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17,80</a:t>
            </a:r>
            <a:endParaRPr sz="934">
              <a:latin typeface="Trebuchet MS"/>
              <a:cs typeface="Trebuchet MS"/>
            </a:endParaRPr>
          </a:p>
          <a:p>
            <a:pPr marL="10784">
              <a:lnSpc>
                <a:spcPts val="998"/>
              </a:lnSpc>
            </a:pPr>
            <a:r>
              <a:rPr sz="934" spc="-59" dirty="0">
                <a:latin typeface="Trebuchet MS"/>
                <a:cs typeface="Trebuchet MS"/>
              </a:rPr>
              <a:t>20,60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343790" y="3395654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14,90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856127" y="1736670"/>
            <a:ext cx="447495" cy="401418"/>
          </a:xfrm>
          <a:prstGeom prst="rect">
            <a:avLst/>
          </a:prstGeom>
        </p:spPr>
        <p:txBody>
          <a:bodyPr vert="horz" wrap="square" lIns="0" tIns="62002" rIns="0" bIns="0" rtlCol="0">
            <a:spAutoFit/>
          </a:bodyPr>
          <a:lstStyle/>
          <a:p>
            <a:pPr marL="10784">
              <a:spcBef>
                <a:spcPts val="488"/>
              </a:spcBef>
            </a:pPr>
            <a:r>
              <a:rPr sz="934" spc="-8" dirty="0">
                <a:latin typeface="Trebuchet MS"/>
                <a:cs typeface="Trebuchet MS"/>
              </a:rPr>
              <a:t>19,80</a:t>
            </a:r>
            <a:endParaRPr sz="934">
              <a:latin typeface="Trebuchet MS"/>
              <a:cs typeface="Trebuchet MS"/>
            </a:endParaRPr>
          </a:p>
          <a:p>
            <a:pPr marL="178468">
              <a:spcBef>
                <a:spcPts val="403"/>
              </a:spcBef>
            </a:pPr>
            <a:r>
              <a:rPr sz="934" spc="-51" dirty="0">
                <a:latin typeface="Trebuchet MS"/>
                <a:cs typeface="Trebuchet MS"/>
              </a:rPr>
              <a:t>16,50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3197684" y="2316207"/>
            <a:ext cx="444260" cy="348550"/>
          </a:xfrm>
          <a:prstGeom prst="rect">
            <a:avLst/>
          </a:prstGeom>
        </p:spPr>
        <p:txBody>
          <a:bodyPr vert="horz" wrap="square" lIns="0" tIns="35045" rIns="0" bIns="0" rtlCol="0">
            <a:spAutoFit/>
          </a:bodyPr>
          <a:lstStyle/>
          <a:p>
            <a:pPr marL="181164">
              <a:spcBef>
                <a:spcPts val="276"/>
              </a:spcBef>
            </a:pPr>
            <a:r>
              <a:rPr sz="934" spc="-59" dirty="0">
                <a:latin typeface="Trebuchet MS"/>
                <a:cs typeface="Trebuchet MS"/>
              </a:rPr>
              <a:t>19,40</a:t>
            </a:r>
            <a:endParaRPr sz="934">
              <a:latin typeface="Trebuchet MS"/>
              <a:cs typeface="Trebuchet MS"/>
            </a:endParaRPr>
          </a:p>
          <a:p>
            <a:pPr marL="10784">
              <a:spcBef>
                <a:spcPts val="194"/>
              </a:spcBef>
            </a:pPr>
            <a:r>
              <a:rPr sz="934" spc="-8" dirty="0">
                <a:latin typeface="Trebuchet MS"/>
                <a:cs typeface="Trebuchet MS"/>
              </a:rPr>
              <a:t>16,20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4390103" y="2153449"/>
            <a:ext cx="560717" cy="242265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297627">
              <a:lnSpc>
                <a:spcPts val="909"/>
              </a:lnSpc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16,60</a:t>
            </a:r>
            <a:endParaRPr sz="934">
              <a:latin typeface="Trebuchet MS"/>
              <a:cs typeface="Trebuchet MS"/>
            </a:endParaRPr>
          </a:p>
          <a:p>
            <a:pPr marL="10784">
              <a:lnSpc>
                <a:spcPts val="909"/>
              </a:lnSpc>
            </a:pPr>
            <a:r>
              <a:rPr sz="934" spc="-8" dirty="0">
                <a:latin typeface="Trebuchet MS"/>
                <a:cs typeface="Trebuchet MS"/>
              </a:rPr>
              <a:t>16,50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718193" y="2953550"/>
            <a:ext cx="560717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15,40</a:t>
            </a:r>
            <a:r>
              <a:rPr sz="934" spc="-76" dirty="0">
                <a:latin typeface="Trebuchet MS"/>
                <a:cs typeface="Trebuchet MS"/>
              </a:rPr>
              <a:t> </a:t>
            </a:r>
            <a:r>
              <a:rPr sz="1401" spc="-70" baseline="2525" dirty="0">
                <a:latin typeface="Trebuchet MS"/>
                <a:cs typeface="Trebuchet MS"/>
              </a:rPr>
              <a:t>15,70</a:t>
            </a:r>
            <a:endParaRPr sz="1401" baseline="2525">
              <a:latin typeface="Trebuchet MS"/>
              <a:cs typeface="Trebuchet MS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4349102" y="1492451"/>
            <a:ext cx="488471" cy="434625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lnSpc>
                <a:spcPts val="1117"/>
              </a:lnSpc>
              <a:spcBef>
                <a:spcPts val="89"/>
              </a:spcBef>
            </a:pPr>
            <a:r>
              <a:rPr sz="934" spc="-8" dirty="0">
                <a:latin typeface="Trebuchet MS"/>
                <a:cs typeface="Trebuchet MS"/>
              </a:rPr>
              <a:t>17,20</a:t>
            </a:r>
            <a:endParaRPr sz="934">
              <a:latin typeface="Trebuchet MS"/>
              <a:cs typeface="Trebuchet MS"/>
            </a:endParaRPr>
          </a:p>
          <a:p>
            <a:pPr marL="225377">
              <a:lnSpc>
                <a:spcPts val="1100"/>
              </a:lnSpc>
            </a:pPr>
            <a:r>
              <a:rPr sz="934" spc="-59" dirty="0">
                <a:latin typeface="Trebuchet MS"/>
                <a:cs typeface="Trebuchet MS"/>
              </a:rPr>
              <a:t>20,10</a:t>
            </a:r>
            <a:endParaRPr sz="934">
              <a:latin typeface="Trebuchet MS"/>
              <a:cs typeface="Trebuchet MS"/>
            </a:endParaRPr>
          </a:p>
          <a:p>
            <a:pPr marL="54457">
              <a:lnSpc>
                <a:spcPts val="1104"/>
              </a:lnSpc>
            </a:pPr>
            <a:r>
              <a:rPr sz="934" spc="-8" dirty="0">
                <a:latin typeface="Trebuchet MS"/>
                <a:cs typeface="Trebuchet MS"/>
              </a:rPr>
              <a:t>20,00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828420" y="3568182"/>
            <a:ext cx="27928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1" dirty="0">
                <a:latin typeface="Trebuchet MS"/>
                <a:cs typeface="Trebuchet MS"/>
              </a:rPr>
              <a:t>15,00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051578" y="886478"/>
            <a:ext cx="323491" cy="509544"/>
          </a:xfrm>
          <a:prstGeom prst="rect">
            <a:avLst/>
          </a:prstGeom>
        </p:spPr>
        <p:txBody>
          <a:bodyPr vert="horz" wrap="square" lIns="0" tIns="44749" rIns="0" bIns="0" rtlCol="0">
            <a:spAutoFit/>
          </a:bodyPr>
          <a:lstStyle/>
          <a:p>
            <a:pPr marL="10784">
              <a:spcBef>
                <a:spcPts val="352"/>
              </a:spcBef>
            </a:pPr>
            <a:r>
              <a:rPr sz="934" spc="-8" dirty="0">
                <a:latin typeface="Trebuchet MS"/>
                <a:cs typeface="Trebuchet MS"/>
              </a:rPr>
              <a:t>17,70</a:t>
            </a:r>
            <a:endParaRPr sz="934">
              <a:latin typeface="Trebuchet MS"/>
              <a:cs typeface="Trebuchet MS"/>
            </a:endParaRPr>
          </a:p>
          <a:p>
            <a:pPr marL="10784">
              <a:lnSpc>
                <a:spcPts val="1074"/>
              </a:lnSpc>
              <a:spcBef>
                <a:spcPts val="267"/>
              </a:spcBef>
            </a:pPr>
            <a:r>
              <a:rPr sz="934" spc="-8" dirty="0">
                <a:latin typeface="Trebuchet MS"/>
                <a:cs typeface="Trebuchet MS"/>
              </a:rPr>
              <a:t>20,30</a:t>
            </a:r>
            <a:endParaRPr sz="934">
              <a:latin typeface="Trebuchet MS"/>
              <a:cs typeface="Trebuchet MS"/>
            </a:endParaRPr>
          </a:p>
          <a:p>
            <a:pPr marL="54457">
              <a:lnSpc>
                <a:spcPts val="1074"/>
              </a:lnSpc>
            </a:pPr>
            <a:r>
              <a:rPr sz="934" spc="-51" dirty="0">
                <a:latin typeface="Trebuchet MS"/>
                <a:cs typeface="Trebuchet MS"/>
              </a:rPr>
              <a:t>17,50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343790" y="3041971"/>
            <a:ext cx="617867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1401" spc="-31" baseline="5050" dirty="0">
                <a:latin typeface="Trebuchet MS"/>
                <a:cs typeface="Trebuchet MS"/>
              </a:rPr>
              <a:t>18,90</a:t>
            </a:r>
            <a:r>
              <a:rPr sz="1401" spc="280" baseline="5050" dirty="0">
                <a:latin typeface="Trebuchet MS"/>
                <a:cs typeface="Trebuchet MS"/>
              </a:rPr>
              <a:t> </a:t>
            </a:r>
            <a:r>
              <a:rPr sz="934" spc="-51" dirty="0">
                <a:latin typeface="Trebuchet MS"/>
                <a:cs typeface="Trebuchet MS"/>
              </a:rPr>
              <a:t>15,30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3539242" y="1538818"/>
            <a:ext cx="273350" cy="267913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lnSpc>
                <a:spcPts val="993"/>
              </a:lnSpc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17,00</a:t>
            </a:r>
            <a:endParaRPr sz="934">
              <a:latin typeface="Trebuchet MS"/>
              <a:cs typeface="Trebuchet MS"/>
            </a:endParaRPr>
          </a:p>
          <a:p>
            <a:pPr marL="10784">
              <a:lnSpc>
                <a:spcPts val="993"/>
              </a:lnSpc>
            </a:pPr>
            <a:r>
              <a:rPr sz="934" spc="-59" dirty="0">
                <a:latin typeface="Trebuchet MS"/>
                <a:cs typeface="Trebuchet MS"/>
              </a:rPr>
              <a:t>19,90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4007544" y="1580872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17,10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169978" y="3130392"/>
            <a:ext cx="621102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8" dirty="0">
                <a:latin typeface="Trebuchet MS"/>
                <a:cs typeface="Trebuchet MS"/>
              </a:rPr>
              <a:t>15,20</a:t>
            </a:r>
            <a:r>
              <a:rPr sz="934" spc="149" dirty="0">
                <a:latin typeface="Trebuchet MS"/>
                <a:cs typeface="Trebuchet MS"/>
              </a:rPr>
              <a:t> </a:t>
            </a:r>
            <a:r>
              <a:rPr sz="934" spc="-51" dirty="0">
                <a:latin typeface="Trebuchet MS"/>
                <a:cs typeface="Trebuchet MS"/>
              </a:rPr>
              <a:t>15,20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853094" y="2511446"/>
            <a:ext cx="27928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1" dirty="0">
                <a:latin typeface="Trebuchet MS"/>
                <a:cs typeface="Trebuchet MS"/>
              </a:rPr>
              <a:t>15,90</a:t>
            </a:r>
            <a:endParaRPr sz="934">
              <a:latin typeface="Trebuchet MS"/>
              <a:cs typeface="Trebuchet MS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368464" y="2069343"/>
            <a:ext cx="273350" cy="155190"/>
          </a:xfrm>
          <a:prstGeom prst="rect">
            <a:avLst/>
          </a:prstGeom>
        </p:spPr>
        <p:txBody>
          <a:bodyPr vert="horz" wrap="square" lIns="0" tIns="11322" rIns="0" bIns="0" rtlCol="0">
            <a:spAutoFit/>
          </a:bodyPr>
          <a:lstStyle/>
          <a:p>
            <a:pPr marL="10784">
              <a:spcBef>
                <a:spcPts val="89"/>
              </a:spcBef>
            </a:pPr>
            <a:r>
              <a:rPr sz="934" spc="-59" dirty="0">
                <a:latin typeface="Trebuchet MS"/>
                <a:cs typeface="Trebuchet MS"/>
              </a:rPr>
              <a:t>16,40</a:t>
            </a:r>
            <a:endParaRPr sz="934">
              <a:latin typeface="Trebuchet MS"/>
              <a:cs typeface="Trebuchet MS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3848279" y="4401520"/>
            <a:ext cx="1035170" cy="80873"/>
            <a:chOff x="3677284" y="5184013"/>
            <a:chExt cx="1219200" cy="95250"/>
          </a:xfrm>
        </p:grpSpPr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7284" y="5184013"/>
              <a:ext cx="95249" cy="95249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1234" y="5184013"/>
              <a:ext cx="95249" cy="95249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3937543" y="4349818"/>
            <a:ext cx="1756554" cy="276053"/>
          </a:xfrm>
          <a:prstGeom prst="rect">
            <a:avLst/>
          </a:prstGeom>
        </p:spPr>
        <p:txBody>
          <a:bodyPr vert="horz" wrap="square" lIns="0" tIns="14557" rIns="0" bIns="0" rtlCol="0">
            <a:spAutoFit/>
          </a:bodyPr>
          <a:lstStyle/>
          <a:p>
            <a:pPr marL="10784">
              <a:spcBef>
                <a:spcPts val="115"/>
              </a:spcBef>
              <a:tabLst>
                <a:tab pos="960277" algn="l"/>
              </a:tabLst>
            </a:pPr>
            <a:r>
              <a:rPr sz="849" i="1" spc="-59" dirty="0">
                <a:latin typeface="Trebuchet MS"/>
                <a:cs typeface="Trebuchet MS"/>
              </a:rPr>
              <a:t>Mean</a:t>
            </a:r>
            <a:r>
              <a:rPr sz="849" i="1" spc="-34" dirty="0">
                <a:latin typeface="Trebuchet MS"/>
                <a:cs typeface="Trebuchet MS"/>
              </a:rPr>
              <a:t> </a:t>
            </a:r>
            <a:r>
              <a:rPr sz="849" i="1" spc="-8" dirty="0">
                <a:latin typeface="Trebuchet MS"/>
                <a:cs typeface="Trebuchet MS"/>
              </a:rPr>
              <a:t>SI.POV.NAHC</a:t>
            </a:r>
            <a:r>
              <a:rPr sz="849" i="1" dirty="0">
                <a:latin typeface="Trebuchet MS"/>
                <a:cs typeface="Trebuchet MS"/>
              </a:rPr>
              <a:t>	</a:t>
            </a:r>
            <a:r>
              <a:rPr sz="849" i="1" spc="-59" dirty="0">
                <a:latin typeface="Trebuchet MS"/>
                <a:cs typeface="Trebuchet MS"/>
              </a:rPr>
              <a:t>Mean</a:t>
            </a:r>
            <a:r>
              <a:rPr sz="849" i="1" spc="-34" dirty="0">
                <a:latin typeface="Trebuchet MS"/>
                <a:cs typeface="Trebuchet MS"/>
              </a:rPr>
              <a:t> </a:t>
            </a:r>
            <a:r>
              <a:rPr sz="849" i="1" spc="-51" dirty="0">
                <a:latin typeface="Trebuchet MS"/>
                <a:cs typeface="Trebuchet MS"/>
              </a:rPr>
              <a:t>SI.POV.SOPO</a:t>
            </a:r>
            <a:endParaRPr sz="849">
              <a:latin typeface="Trebuchet MS"/>
              <a:cs typeface="Trebuchet MS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964631" y="800640"/>
            <a:ext cx="4573617" cy="5458903"/>
            <a:chOff x="280987" y="942975"/>
            <a:chExt cx="5386705" cy="6429375"/>
          </a:xfrm>
        </p:grpSpPr>
        <p:sp>
          <p:nvSpPr>
            <p:cNvPr id="152" name="object 152"/>
            <p:cNvSpPr/>
            <p:nvPr/>
          </p:nvSpPr>
          <p:spPr>
            <a:xfrm>
              <a:off x="552449" y="1047749"/>
              <a:ext cx="38100" cy="3600450"/>
            </a:xfrm>
            <a:custGeom>
              <a:avLst/>
              <a:gdLst/>
              <a:ahLst/>
              <a:cxnLst/>
              <a:rect l="l" t="t" r="r" b="b"/>
              <a:pathLst>
                <a:path w="38100" h="3600450">
                  <a:moveTo>
                    <a:pt x="21576" y="3600449"/>
                  </a:moveTo>
                  <a:lnTo>
                    <a:pt x="16523" y="3600449"/>
                  </a:lnTo>
                  <a:lnTo>
                    <a:pt x="14093" y="3599966"/>
                  </a:lnTo>
                  <a:lnTo>
                    <a:pt x="0" y="3583925"/>
                  </a:lnTo>
                  <a:lnTo>
                    <a:pt x="0" y="358139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3583925"/>
                  </a:lnTo>
                  <a:lnTo>
                    <a:pt x="24006" y="3599966"/>
                  </a:lnTo>
                  <a:lnTo>
                    <a:pt x="21576" y="3600449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52449" y="1047750"/>
              <a:ext cx="38100" cy="3600450"/>
            </a:xfrm>
            <a:custGeom>
              <a:avLst/>
              <a:gdLst/>
              <a:ahLst/>
              <a:cxnLst/>
              <a:rect l="l" t="t" r="r" b="b"/>
              <a:pathLst>
                <a:path w="38100" h="3600450">
                  <a:moveTo>
                    <a:pt x="38099" y="3600449"/>
                  </a:moveTo>
                  <a:lnTo>
                    <a:pt x="0" y="36004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600449"/>
                  </a:lnTo>
                  <a:close/>
                </a:path>
              </a:pathLst>
            </a:custGeom>
            <a:solidFill>
              <a:srgbClr val="484544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pic>
          <p:nvPicPr>
            <p:cNvPr id="154" name="object 1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299" y="971550"/>
              <a:ext cx="152399" cy="152399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9" y="4571702"/>
              <a:ext cx="152399" cy="152399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5572124" y="1019174"/>
              <a:ext cx="38100" cy="3667125"/>
            </a:xfrm>
            <a:custGeom>
              <a:avLst/>
              <a:gdLst/>
              <a:ahLst/>
              <a:cxnLst/>
              <a:rect l="l" t="t" r="r" b="b"/>
              <a:pathLst>
                <a:path w="38100" h="3667125">
                  <a:moveTo>
                    <a:pt x="21576" y="3667124"/>
                  </a:moveTo>
                  <a:lnTo>
                    <a:pt x="16523" y="3667124"/>
                  </a:lnTo>
                  <a:lnTo>
                    <a:pt x="14093" y="3666641"/>
                  </a:lnTo>
                  <a:lnTo>
                    <a:pt x="0" y="3650600"/>
                  </a:lnTo>
                  <a:lnTo>
                    <a:pt x="0" y="364807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3650600"/>
                  </a:lnTo>
                  <a:lnTo>
                    <a:pt x="24005" y="3666641"/>
                  </a:lnTo>
                  <a:lnTo>
                    <a:pt x="21576" y="36671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572124" y="1019174"/>
              <a:ext cx="38100" cy="3667125"/>
            </a:xfrm>
            <a:custGeom>
              <a:avLst/>
              <a:gdLst/>
              <a:ahLst/>
              <a:cxnLst/>
              <a:rect l="l" t="t" r="r" b="b"/>
              <a:pathLst>
                <a:path w="38100" h="3667125">
                  <a:moveTo>
                    <a:pt x="38099" y="3667124"/>
                  </a:moveTo>
                  <a:lnTo>
                    <a:pt x="0" y="36671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667124"/>
                  </a:lnTo>
                  <a:close/>
                </a:path>
              </a:pathLst>
            </a:custGeom>
            <a:solidFill>
              <a:srgbClr val="484544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pic>
          <p:nvPicPr>
            <p:cNvPr id="158" name="object 1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4974" y="942975"/>
              <a:ext cx="152399" cy="152399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4974" y="4605635"/>
              <a:ext cx="152399" cy="152399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4991099" y="5648324"/>
              <a:ext cx="38100" cy="1724025"/>
            </a:xfrm>
            <a:custGeom>
              <a:avLst/>
              <a:gdLst/>
              <a:ahLst/>
              <a:cxnLst/>
              <a:rect l="l" t="t" r="r" b="b"/>
              <a:pathLst>
                <a:path w="38100" h="1724025">
                  <a:moveTo>
                    <a:pt x="21576" y="1724024"/>
                  </a:moveTo>
                  <a:lnTo>
                    <a:pt x="16523" y="1724024"/>
                  </a:lnTo>
                  <a:lnTo>
                    <a:pt x="14093" y="1723541"/>
                  </a:lnTo>
                  <a:lnTo>
                    <a:pt x="0" y="1707500"/>
                  </a:lnTo>
                  <a:lnTo>
                    <a:pt x="0" y="170497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6523"/>
                  </a:lnTo>
                  <a:lnTo>
                    <a:pt x="38100" y="1707500"/>
                  </a:lnTo>
                  <a:lnTo>
                    <a:pt x="24006" y="1723541"/>
                  </a:lnTo>
                  <a:lnTo>
                    <a:pt x="21576" y="172402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991099" y="5648325"/>
              <a:ext cx="38100" cy="1724025"/>
            </a:xfrm>
            <a:custGeom>
              <a:avLst/>
              <a:gdLst/>
              <a:ahLst/>
              <a:cxnLst/>
              <a:rect l="l" t="t" r="r" b="b"/>
              <a:pathLst>
                <a:path w="38100" h="1724025">
                  <a:moveTo>
                    <a:pt x="24310" y="1724024"/>
                  </a:moveTo>
                  <a:lnTo>
                    <a:pt x="13789" y="1724024"/>
                  </a:lnTo>
                  <a:lnTo>
                    <a:pt x="9299" y="1722164"/>
                  </a:lnTo>
                  <a:lnTo>
                    <a:pt x="1859" y="1714724"/>
                  </a:lnTo>
                  <a:lnTo>
                    <a:pt x="0" y="1710235"/>
                  </a:lnTo>
                  <a:lnTo>
                    <a:pt x="0" y="13789"/>
                  </a:lnTo>
                  <a:lnTo>
                    <a:pt x="1859" y="9298"/>
                  </a:lnTo>
                  <a:lnTo>
                    <a:pt x="9299" y="1859"/>
                  </a:lnTo>
                  <a:lnTo>
                    <a:pt x="13789" y="0"/>
                  </a:lnTo>
                  <a:lnTo>
                    <a:pt x="24310" y="0"/>
                  </a:lnTo>
                  <a:lnTo>
                    <a:pt x="28800" y="1859"/>
                  </a:lnTo>
                  <a:lnTo>
                    <a:pt x="36240" y="9298"/>
                  </a:lnTo>
                  <a:lnTo>
                    <a:pt x="38099" y="13789"/>
                  </a:lnTo>
                  <a:lnTo>
                    <a:pt x="38099" y="1710235"/>
                  </a:lnTo>
                  <a:lnTo>
                    <a:pt x="36240" y="1714724"/>
                  </a:lnTo>
                  <a:lnTo>
                    <a:pt x="28800" y="1722164"/>
                  </a:lnTo>
                  <a:lnTo>
                    <a:pt x="24310" y="1724024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80987" y="5942012"/>
              <a:ext cx="4248150" cy="1146810"/>
            </a:xfrm>
            <a:custGeom>
              <a:avLst/>
              <a:gdLst/>
              <a:ahLst/>
              <a:cxnLst/>
              <a:rect l="l" t="t" r="r" b="b"/>
              <a:pathLst>
                <a:path w="4248150" h="1146809">
                  <a:moveTo>
                    <a:pt x="9525" y="1140104"/>
                  </a:moveTo>
                  <a:lnTo>
                    <a:pt x="9055" y="1138986"/>
                  </a:lnTo>
                  <a:lnTo>
                    <a:pt x="7188" y="1137119"/>
                  </a:lnTo>
                  <a:lnTo>
                    <a:pt x="6070" y="1136662"/>
                  </a:lnTo>
                  <a:lnTo>
                    <a:pt x="3441" y="1136662"/>
                  </a:lnTo>
                  <a:lnTo>
                    <a:pt x="2324" y="1137119"/>
                  </a:lnTo>
                  <a:lnTo>
                    <a:pt x="457" y="1138986"/>
                  </a:lnTo>
                  <a:lnTo>
                    <a:pt x="0" y="1140104"/>
                  </a:lnTo>
                  <a:lnTo>
                    <a:pt x="0" y="1142733"/>
                  </a:lnTo>
                  <a:lnTo>
                    <a:pt x="457" y="1143850"/>
                  </a:lnTo>
                  <a:lnTo>
                    <a:pt x="2324" y="1145717"/>
                  </a:lnTo>
                  <a:lnTo>
                    <a:pt x="3441" y="1146187"/>
                  </a:lnTo>
                  <a:lnTo>
                    <a:pt x="6070" y="1146187"/>
                  </a:lnTo>
                  <a:lnTo>
                    <a:pt x="7188" y="1145717"/>
                  </a:lnTo>
                  <a:lnTo>
                    <a:pt x="9055" y="1143850"/>
                  </a:lnTo>
                  <a:lnTo>
                    <a:pt x="9525" y="1142733"/>
                  </a:lnTo>
                  <a:lnTo>
                    <a:pt x="9525" y="1140104"/>
                  </a:lnTo>
                  <a:close/>
                </a:path>
                <a:path w="4248150" h="1146809">
                  <a:moveTo>
                    <a:pt x="9525" y="571779"/>
                  </a:moveTo>
                  <a:lnTo>
                    <a:pt x="9055" y="570661"/>
                  </a:lnTo>
                  <a:lnTo>
                    <a:pt x="7188" y="568794"/>
                  </a:lnTo>
                  <a:lnTo>
                    <a:pt x="6070" y="568325"/>
                  </a:lnTo>
                  <a:lnTo>
                    <a:pt x="3441" y="568325"/>
                  </a:lnTo>
                  <a:lnTo>
                    <a:pt x="2324" y="568794"/>
                  </a:lnTo>
                  <a:lnTo>
                    <a:pt x="457" y="570661"/>
                  </a:lnTo>
                  <a:lnTo>
                    <a:pt x="0" y="571779"/>
                  </a:lnTo>
                  <a:lnTo>
                    <a:pt x="0" y="574408"/>
                  </a:lnTo>
                  <a:lnTo>
                    <a:pt x="457" y="575525"/>
                  </a:lnTo>
                  <a:lnTo>
                    <a:pt x="2324" y="577392"/>
                  </a:lnTo>
                  <a:lnTo>
                    <a:pt x="3441" y="577850"/>
                  </a:lnTo>
                  <a:lnTo>
                    <a:pt x="6070" y="577850"/>
                  </a:lnTo>
                  <a:lnTo>
                    <a:pt x="7188" y="577392"/>
                  </a:lnTo>
                  <a:lnTo>
                    <a:pt x="9055" y="575525"/>
                  </a:lnTo>
                  <a:lnTo>
                    <a:pt x="9525" y="574408"/>
                  </a:lnTo>
                  <a:lnTo>
                    <a:pt x="9525" y="571779"/>
                  </a:lnTo>
                  <a:close/>
                </a:path>
                <a:path w="4248150" h="1146809">
                  <a:moveTo>
                    <a:pt x="9525" y="3454"/>
                  </a:moveTo>
                  <a:lnTo>
                    <a:pt x="9055" y="2336"/>
                  </a:lnTo>
                  <a:lnTo>
                    <a:pt x="7188" y="469"/>
                  </a:lnTo>
                  <a:lnTo>
                    <a:pt x="6070" y="0"/>
                  </a:lnTo>
                  <a:lnTo>
                    <a:pt x="3441" y="0"/>
                  </a:lnTo>
                  <a:lnTo>
                    <a:pt x="2324" y="469"/>
                  </a:lnTo>
                  <a:lnTo>
                    <a:pt x="457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57" y="7200"/>
                  </a:lnTo>
                  <a:lnTo>
                    <a:pt x="2324" y="9067"/>
                  </a:lnTo>
                  <a:lnTo>
                    <a:pt x="3441" y="9525"/>
                  </a:lnTo>
                  <a:lnTo>
                    <a:pt x="6070" y="9525"/>
                  </a:lnTo>
                  <a:lnTo>
                    <a:pt x="7188" y="9067"/>
                  </a:lnTo>
                  <a:lnTo>
                    <a:pt x="9055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4248150" h="1146809">
                  <a:moveTo>
                    <a:pt x="57150" y="1140104"/>
                  </a:moveTo>
                  <a:lnTo>
                    <a:pt x="56680" y="1138986"/>
                  </a:lnTo>
                  <a:lnTo>
                    <a:pt x="54813" y="1137119"/>
                  </a:lnTo>
                  <a:lnTo>
                    <a:pt x="53695" y="1136662"/>
                  </a:lnTo>
                  <a:lnTo>
                    <a:pt x="51066" y="1136662"/>
                  </a:lnTo>
                  <a:lnTo>
                    <a:pt x="49949" y="1137119"/>
                  </a:lnTo>
                  <a:lnTo>
                    <a:pt x="48082" y="1138986"/>
                  </a:lnTo>
                  <a:lnTo>
                    <a:pt x="47625" y="1140104"/>
                  </a:lnTo>
                  <a:lnTo>
                    <a:pt x="47625" y="1142733"/>
                  </a:lnTo>
                  <a:lnTo>
                    <a:pt x="48082" y="1143850"/>
                  </a:lnTo>
                  <a:lnTo>
                    <a:pt x="49949" y="1145717"/>
                  </a:lnTo>
                  <a:lnTo>
                    <a:pt x="51066" y="1146187"/>
                  </a:lnTo>
                  <a:lnTo>
                    <a:pt x="53695" y="1146187"/>
                  </a:lnTo>
                  <a:lnTo>
                    <a:pt x="54813" y="1145717"/>
                  </a:lnTo>
                  <a:lnTo>
                    <a:pt x="56680" y="1143850"/>
                  </a:lnTo>
                  <a:lnTo>
                    <a:pt x="57150" y="1142733"/>
                  </a:lnTo>
                  <a:lnTo>
                    <a:pt x="57150" y="1140104"/>
                  </a:lnTo>
                  <a:close/>
                </a:path>
                <a:path w="4248150" h="1146809">
                  <a:moveTo>
                    <a:pt x="57150" y="571779"/>
                  </a:moveTo>
                  <a:lnTo>
                    <a:pt x="56680" y="570661"/>
                  </a:lnTo>
                  <a:lnTo>
                    <a:pt x="54813" y="568794"/>
                  </a:lnTo>
                  <a:lnTo>
                    <a:pt x="53695" y="568325"/>
                  </a:lnTo>
                  <a:lnTo>
                    <a:pt x="51066" y="568325"/>
                  </a:lnTo>
                  <a:lnTo>
                    <a:pt x="49949" y="568794"/>
                  </a:lnTo>
                  <a:lnTo>
                    <a:pt x="48082" y="570661"/>
                  </a:lnTo>
                  <a:lnTo>
                    <a:pt x="47625" y="571779"/>
                  </a:lnTo>
                  <a:lnTo>
                    <a:pt x="47625" y="574408"/>
                  </a:lnTo>
                  <a:lnTo>
                    <a:pt x="48082" y="575525"/>
                  </a:lnTo>
                  <a:lnTo>
                    <a:pt x="49949" y="577392"/>
                  </a:lnTo>
                  <a:lnTo>
                    <a:pt x="51066" y="577850"/>
                  </a:lnTo>
                  <a:lnTo>
                    <a:pt x="53695" y="577850"/>
                  </a:lnTo>
                  <a:lnTo>
                    <a:pt x="54813" y="577392"/>
                  </a:lnTo>
                  <a:lnTo>
                    <a:pt x="56680" y="575525"/>
                  </a:lnTo>
                  <a:lnTo>
                    <a:pt x="57150" y="574408"/>
                  </a:lnTo>
                  <a:lnTo>
                    <a:pt x="57150" y="571779"/>
                  </a:lnTo>
                  <a:close/>
                </a:path>
                <a:path w="4248150" h="1146809">
                  <a:moveTo>
                    <a:pt x="57150" y="3454"/>
                  </a:moveTo>
                  <a:lnTo>
                    <a:pt x="56680" y="2336"/>
                  </a:lnTo>
                  <a:lnTo>
                    <a:pt x="54813" y="469"/>
                  </a:lnTo>
                  <a:lnTo>
                    <a:pt x="53695" y="0"/>
                  </a:lnTo>
                  <a:lnTo>
                    <a:pt x="51066" y="0"/>
                  </a:lnTo>
                  <a:lnTo>
                    <a:pt x="49949" y="469"/>
                  </a:lnTo>
                  <a:lnTo>
                    <a:pt x="48082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82" y="7200"/>
                  </a:lnTo>
                  <a:lnTo>
                    <a:pt x="49949" y="9067"/>
                  </a:lnTo>
                  <a:lnTo>
                    <a:pt x="51066" y="9525"/>
                  </a:lnTo>
                  <a:lnTo>
                    <a:pt x="53695" y="9525"/>
                  </a:lnTo>
                  <a:lnTo>
                    <a:pt x="54813" y="9067"/>
                  </a:lnTo>
                  <a:lnTo>
                    <a:pt x="56680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4248150" h="1146809">
                  <a:moveTo>
                    <a:pt x="104775" y="1140104"/>
                  </a:moveTo>
                  <a:lnTo>
                    <a:pt x="104305" y="1138986"/>
                  </a:lnTo>
                  <a:lnTo>
                    <a:pt x="102438" y="1137119"/>
                  </a:lnTo>
                  <a:lnTo>
                    <a:pt x="101320" y="1136662"/>
                  </a:lnTo>
                  <a:lnTo>
                    <a:pt x="98691" y="1136662"/>
                  </a:lnTo>
                  <a:lnTo>
                    <a:pt x="97574" y="1137119"/>
                  </a:lnTo>
                  <a:lnTo>
                    <a:pt x="95707" y="1138986"/>
                  </a:lnTo>
                  <a:lnTo>
                    <a:pt x="95250" y="1140104"/>
                  </a:lnTo>
                  <a:lnTo>
                    <a:pt x="95250" y="1142733"/>
                  </a:lnTo>
                  <a:lnTo>
                    <a:pt x="95707" y="1143850"/>
                  </a:lnTo>
                  <a:lnTo>
                    <a:pt x="97574" y="1145717"/>
                  </a:lnTo>
                  <a:lnTo>
                    <a:pt x="98691" y="1146187"/>
                  </a:lnTo>
                  <a:lnTo>
                    <a:pt x="101320" y="1146187"/>
                  </a:lnTo>
                  <a:lnTo>
                    <a:pt x="102438" y="1145717"/>
                  </a:lnTo>
                  <a:lnTo>
                    <a:pt x="104305" y="1143850"/>
                  </a:lnTo>
                  <a:lnTo>
                    <a:pt x="104775" y="1142733"/>
                  </a:lnTo>
                  <a:lnTo>
                    <a:pt x="104775" y="1140104"/>
                  </a:lnTo>
                  <a:close/>
                </a:path>
                <a:path w="4248150" h="1146809">
                  <a:moveTo>
                    <a:pt x="104775" y="571779"/>
                  </a:moveTo>
                  <a:lnTo>
                    <a:pt x="104305" y="570661"/>
                  </a:lnTo>
                  <a:lnTo>
                    <a:pt x="102438" y="568794"/>
                  </a:lnTo>
                  <a:lnTo>
                    <a:pt x="101320" y="568325"/>
                  </a:lnTo>
                  <a:lnTo>
                    <a:pt x="98691" y="568325"/>
                  </a:lnTo>
                  <a:lnTo>
                    <a:pt x="97574" y="568794"/>
                  </a:lnTo>
                  <a:lnTo>
                    <a:pt x="95707" y="570661"/>
                  </a:lnTo>
                  <a:lnTo>
                    <a:pt x="95250" y="571779"/>
                  </a:lnTo>
                  <a:lnTo>
                    <a:pt x="95250" y="574408"/>
                  </a:lnTo>
                  <a:lnTo>
                    <a:pt x="95707" y="575525"/>
                  </a:lnTo>
                  <a:lnTo>
                    <a:pt x="97574" y="577392"/>
                  </a:lnTo>
                  <a:lnTo>
                    <a:pt x="98691" y="577850"/>
                  </a:lnTo>
                  <a:lnTo>
                    <a:pt x="101320" y="577850"/>
                  </a:lnTo>
                  <a:lnTo>
                    <a:pt x="102438" y="577392"/>
                  </a:lnTo>
                  <a:lnTo>
                    <a:pt x="104305" y="575525"/>
                  </a:lnTo>
                  <a:lnTo>
                    <a:pt x="104775" y="574408"/>
                  </a:lnTo>
                  <a:lnTo>
                    <a:pt x="104775" y="571779"/>
                  </a:lnTo>
                  <a:close/>
                </a:path>
                <a:path w="4248150" h="1146809">
                  <a:moveTo>
                    <a:pt x="104775" y="3454"/>
                  </a:moveTo>
                  <a:lnTo>
                    <a:pt x="104305" y="2336"/>
                  </a:lnTo>
                  <a:lnTo>
                    <a:pt x="102438" y="469"/>
                  </a:lnTo>
                  <a:lnTo>
                    <a:pt x="101320" y="0"/>
                  </a:lnTo>
                  <a:lnTo>
                    <a:pt x="98691" y="0"/>
                  </a:lnTo>
                  <a:lnTo>
                    <a:pt x="97574" y="469"/>
                  </a:lnTo>
                  <a:lnTo>
                    <a:pt x="95707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07" y="7200"/>
                  </a:lnTo>
                  <a:lnTo>
                    <a:pt x="97574" y="9067"/>
                  </a:lnTo>
                  <a:lnTo>
                    <a:pt x="98691" y="9525"/>
                  </a:lnTo>
                  <a:lnTo>
                    <a:pt x="101320" y="9525"/>
                  </a:lnTo>
                  <a:lnTo>
                    <a:pt x="102438" y="9067"/>
                  </a:lnTo>
                  <a:lnTo>
                    <a:pt x="104305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4248150" h="1146809">
                  <a:moveTo>
                    <a:pt x="152387" y="1140104"/>
                  </a:moveTo>
                  <a:lnTo>
                    <a:pt x="151930" y="1138986"/>
                  </a:lnTo>
                  <a:lnTo>
                    <a:pt x="150063" y="1137119"/>
                  </a:lnTo>
                  <a:lnTo>
                    <a:pt x="148945" y="1136662"/>
                  </a:lnTo>
                  <a:lnTo>
                    <a:pt x="146316" y="1136662"/>
                  </a:lnTo>
                  <a:lnTo>
                    <a:pt x="145199" y="1137119"/>
                  </a:lnTo>
                  <a:lnTo>
                    <a:pt x="143332" y="1138986"/>
                  </a:lnTo>
                  <a:lnTo>
                    <a:pt x="142875" y="1140104"/>
                  </a:lnTo>
                  <a:lnTo>
                    <a:pt x="142875" y="1142733"/>
                  </a:lnTo>
                  <a:lnTo>
                    <a:pt x="143332" y="1143850"/>
                  </a:lnTo>
                  <a:lnTo>
                    <a:pt x="145199" y="1145717"/>
                  </a:lnTo>
                  <a:lnTo>
                    <a:pt x="146316" y="1146187"/>
                  </a:lnTo>
                  <a:lnTo>
                    <a:pt x="148945" y="1146187"/>
                  </a:lnTo>
                  <a:lnTo>
                    <a:pt x="150063" y="1145717"/>
                  </a:lnTo>
                  <a:lnTo>
                    <a:pt x="151930" y="1143850"/>
                  </a:lnTo>
                  <a:lnTo>
                    <a:pt x="152387" y="1142733"/>
                  </a:lnTo>
                  <a:lnTo>
                    <a:pt x="152387" y="1140104"/>
                  </a:lnTo>
                  <a:close/>
                </a:path>
                <a:path w="4248150" h="1146809">
                  <a:moveTo>
                    <a:pt x="152387" y="571779"/>
                  </a:moveTo>
                  <a:lnTo>
                    <a:pt x="151930" y="570661"/>
                  </a:lnTo>
                  <a:lnTo>
                    <a:pt x="150063" y="568794"/>
                  </a:lnTo>
                  <a:lnTo>
                    <a:pt x="148945" y="568325"/>
                  </a:lnTo>
                  <a:lnTo>
                    <a:pt x="146316" y="568325"/>
                  </a:lnTo>
                  <a:lnTo>
                    <a:pt x="145199" y="568794"/>
                  </a:lnTo>
                  <a:lnTo>
                    <a:pt x="143332" y="570661"/>
                  </a:lnTo>
                  <a:lnTo>
                    <a:pt x="142875" y="571779"/>
                  </a:lnTo>
                  <a:lnTo>
                    <a:pt x="142875" y="574408"/>
                  </a:lnTo>
                  <a:lnTo>
                    <a:pt x="143332" y="575525"/>
                  </a:lnTo>
                  <a:lnTo>
                    <a:pt x="145199" y="577392"/>
                  </a:lnTo>
                  <a:lnTo>
                    <a:pt x="146316" y="577850"/>
                  </a:lnTo>
                  <a:lnTo>
                    <a:pt x="148945" y="577850"/>
                  </a:lnTo>
                  <a:lnTo>
                    <a:pt x="150063" y="577392"/>
                  </a:lnTo>
                  <a:lnTo>
                    <a:pt x="151930" y="575525"/>
                  </a:lnTo>
                  <a:lnTo>
                    <a:pt x="152387" y="574408"/>
                  </a:lnTo>
                  <a:lnTo>
                    <a:pt x="152387" y="571779"/>
                  </a:lnTo>
                  <a:close/>
                </a:path>
                <a:path w="4248150" h="1146809">
                  <a:moveTo>
                    <a:pt x="152387" y="3454"/>
                  </a:moveTo>
                  <a:lnTo>
                    <a:pt x="151930" y="2336"/>
                  </a:lnTo>
                  <a:lnTo>
                    <a:pt x="150063" y="469"/>
                  </a:lnTo>
                  <a:lnTo>
                    <a:pt x="148945" y="0"/>
                  </a:lnTo>
                  <a:lnTo>
                    <a:pt x="146316" y="0"/>
                  </a:lnTo>
                  <a:lnTo>
                    <a:pt x="145199" y="469"/>
                  </a:lnTo>
                  <a:lnTo>
                    <a:pt x="143332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32" y="7200"/>
                  </a:lnTo>
                  <a:lnTo>
                    <a:pt x="145199" y="9067"/>
                  </a:lnTo>
                  <a:lnTo>
                    <a:pt x="146316" y="9525"/>
                  </a:lnTo>
                  <a:lnTo>
                    <a:pt x="148945" y="9525"/>
                  </a:lnTo>
                  <a:lnTo>
                    <a:pt x="150063" y="9067"/>
                  </a:lnTo>
                  <a:lnTo>
                    <a:pt x="151930" y="7200"/>
                  </a:lnTo>
                  <a:lnTo>
                    <a:pt x="152387" y="6083"/>
                  </a:lnTo>
                  <a:lnTo>
                    <a:pt x="152387" y="3454"/>
                  </a:lnTo>
                  <a:close/>
                </a:path>
                <a:path w="4248150" h="1146809">
                  <a:moveTo>
                    <a:pt x="200025" y="1140104"/>
                  </a:moveTo>
                  <a:lnTo>
                    <a:pt x="199555" y="1138986"/>
                  </a:lnTo>
                  <a:lnTo>
                    <a:pt x="197688" y="1137119"/>
                  </a:lnTo>
                  <a:lnTo>
                    <a:pt x="196570" y="1136662"/>
                  </a:lnTo>
                  <a:lnTo>
                    <a:pt x="193941" y="1136662"/>
                  </a:lnTo>
                  <a:lnTo>
                    <a:pt x="192824" y="1137119"/>
                  </a:lnTo>
                  <a:lnTo>
                    <a:pt x="190957" y="1138986"/>
                  </a:lnTo>
                  <a:lnTo>
                    <a:pt x="190500" y="1140104"/>
                  </a:lnTo>
                  <a:lnTo>
                    <a:pt x="190500" y="1142733"/>
                  </a:lnTo>
                  <a:lnTo>
                    <a:pt x="190957" y="1143850"/>
                  </a:lnTo>
                  <a:lnTo>
                    <a:pt x="192824" y="1145717"/>
                  </a:lnTo>
                  <a:lnTo>
                    <a:pt x="193941" y="1146187"/>
                  </a:lnTo>
                  <a:lnTo>
                    <a:pt x="196570" y="1146187"/>
                  </a:lnTo>
                  <a:lnTo>
                    <a:pt x="197688" y="1145717"/>
                  </a:lnTo>
                  <a:lnTo>
                    <a:pt x="199555" y="1143850"/>
                  </a:lnTo>
                  <a:lnTo>
                    <a:pt x="200025" y="1142733"/>
                  </a:lnTo>
                  <a:lnTo>
                    <a:pt x="200025" y="1140104"/>
                  </a:lnTo>
                  <a:close/>
                </a:path>
                <a:path w="4248150" h="1146809">
                  <a:moveTo>
                    <a:pt x="200025" y="571779"/>
                  </a:moveTo>
                  <a:lnTo>
                    <a:pt x="199555" y="570661"/>
                  </a:lnTo>
                  <a:lnTo>
                    <a:pt x="197688" y="568794"/>
                  </a:lnTo>
                  <a:lnTo>
                    <a:pt x="196570" y="568325"/>
                  </a:lnTo>
                  <a:lnTo>
                    <a:pt x="193941" y="568325"/>
                  </a:lnTo>
                  <a:lnTo>
                    <a:pt x="192824" y="568794"/>
                  </a:lnTo>
                  <a:lnTo>
                    <a:pt x="190957" y="570661"/>
                  </a:lnTo>
                  <a:lnTo>
                    <a:pt x="190500" y="571779"/>
                  </a:lnTo>
                  <a:lnTo>
                    <a:pt x="190500" y="574408"/>
                  </a:lnTo>
                  <a:lnTo>
                    <a:pt x="190957" y="575525"/>
                  </a:lnTo>
                  <a:lnTo>
                    <a:pt x="192824" y="577392"/>
                  </a:lnTo>
                  <a:lnTo>
                    <a:pt x="193941" y="577850"/>
                  </a:lnTo>
                  <a:lnTo>
                    <a:pt x="196570" y="577850"/>
                  </a:lnTo>
                  <a:lnTo>
                    <a:pt x="197688" y="577392"/>
                  </a:lnTo>
                  <a:lnTo>
                    <a:pt x="199555" y="575525"/>
                  </a:lnTo>
                  <a:lnTo>
                    <a:pt x="200025" y="574408"/>
                  </a:lnTo>
                  <a:lnTo>
                    <a:pt x="200025" y="571779"/>
                  </a:lnTo>
                  <a:close/>
                </a:path>
                <a:path w="4248150" h="1146809">
                  <a:moveTo>
                    <a:pt x="200025" y="3454"/>
                  </a:moveTo>
                  <a:lnTo>
                    <a:pt x="199555" y="2336"/>
                  </a:lnTo>
                  <a:lnTo>
                    <a:pt x="197688" y="469"/>
                  </a:lnTo>
                  <a:lnTo>
                    <a:pt x="196570" y="0"/>
                  </a:lnTo>
                  <a:lnTo>
                    <a:pt x="193941" y="0"/>
                  </a:lnTo>
                  <a:lnTo>
                    <a:pt x="192824" y="469"/>
                  </a:lnTo>
                  <a:lnTo>
                    <a:pt x="190957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57" y="7200"/>
                  </a:lnTo>
                  <a:lnTo>
                    <a:pt x="192824" y="9067"/>
                  </a:lnTo>
                  <a:lnTo>
                    <a:pt x="193941" y="9525"/>
                  </a:lnTo>
                  <a:lnTo>
                    <a:pt x="196570" y="9525"/>
                  </a:lnTo>
                  <a:lnTo>
                    <a:pt x="197688" y="9067"/>
                  </a:lnTo>
                  <a:lnTo>
                    <a:pt x="199555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4248150" h="1146809">
                  <a:moveTo>
                    <a:pt x="247650" y="1140104"/>
                  </a:moveTo>
                  <a:lnTo>
                    <a:pt x="247180" y="1138986"/>
                  </a:lnTo>
                  <a:lnTo>
                    <a:pt x="245313" y="1137119"/>
                  </a:lnTo>
                  <a:lnTo>
                    <a:pt x="244195" y="1136662"/>
                  </a:lnTo>
                  <a:lnTo>
                    <a:pt x="241566" y="1136662"/>
                  </a:lnTo>
                  <a:lnTo>
                    <a:pt x="240449" y="1137119"/>
                  </a:lnTo>
                  <a:lnTo>
                    <a:pt x="238582" y="1138986"/>
                  </a:lnTo>
                  <a:lnTo>
                    <a:pt x="238125" y="1140104"/>
                  </a:lnTo>
                  <a:lnTo>
                    <a:pt x="238125" y="1142733"/>
                  </a:lnTo>
                  <a:lnTo>
                    <a:pt x="238582" y="1143850"/>
                  </a:lnTo>
                  <a:lnTo>
                    <a:pt x="240449" y="1145717"/>
                  </a:lnTo>
                  <a:lnTo>
                    <a:pt x="241566" y="1146187"/>
                  </a:lnTo>
                  <a:lnTo>
                    <a:pt x="244195" y="1146187"/>
                  </a:lnTo>
                  <a:lnTo>
                    <a:pt x="245313" y="1145717"/>
                  </a:lnTo>
                  <a:lnTo>
                    <a:pt x="247180" y="1143850"/>
                  </a:lnTo>
                  <a:lnTo>
                    <a:pt x="247650" y="1142733"/>
                  </a:lnTo>
                  <a:lnTo>
                    <a:pt x="247650" y="1140104"/>
                  </a:lnTo>
                  <a:close/>
                </a:path>
                <a:path w="4248150" h="1146809">
                  <a:moveTo>
                    <a:pt x="247650" y="571779"/>
                  </a:moveTo>
                  <a:lnTo>
                    <a:pt x="247180" y="570661"/>
                  </a:lnTo>
                  <a:lnTo>
                    <a:pt x="245313" y="568794"/>
                  </a:lnTo>
                  <a:lnTo>
                    <a:pt x="244195" y="568325"/>
                  </a:lnTo>
                  <a:lnTo>
                    <a:pt x="241566" y="568325"/>
                  </a:lnTo>
                  <a:lnTo>
                    <a:pt x="240449" y="568794"/>
                  </a:lnTo>
                  <a:lnTo>
                    <a:pt x="238582" y="570661"/>
                  </a:lnTo>
                  <a:lnTo>
                    <a:pt x="238125" y="571779"/>
                  </a:lnTo>
                  <a:lnTo>
                    <a:pt x="238125" y="574408"/>
                  </a:lnTo>
                  <a:lnTo>
                    <a:pt x="238582" y="575525"/>
                  </a:lnTo>
                  <a:lnTo>
                    <a:pt x="240449" y="577392"/>
                  </a:lnTo>
                  <a:lnTo>
                    <a:pt x="241566" y="577850"/>
                  </a:lnTo>
                  <a:lnTo>
                    <a:pt x="244195" y="577850"/>
                  </a:lnTo>
                  <a:lnTo>
                    <a:pt x="245313" y="577392"/>
                  </a:lnTo>
                  <a:lnTo>
                    <a:pt x="247180" y="575525"/>
                  </a:lnTo>
                  <a:lnTo>
                    <a:pt x="247650" y="574408"/>
                  </a:lnTo>
                  <a:lnTo>
                    <a:pt x="247650" y="571779"/>
                  </a:lnTo>
                  <a:close/>
                </a:path>
                <a:path w="4248150" h="1146809">
                  <a:moveTo>
                    <a:pt x="247650" y="3454"/>
                  </a:moveTo>
                  <a:lnTo>
                    <a:pt x="247180" y="2336"/>
                  </a:lnTo>
                  <a:lnTo>
                    <a:pt x="245313" y="469"/>
                  </a:lnTo>
                  <a:lnTo>
                    <a:pt x="244195" y="0"/>
                  </a:lnTo>
                  <a:lnTo>
                    <a:pt x="241566" y="0"/>
                  </a:lnTo>
                  <a:lnTo>
                    <a:pt x="240449" y="469"/>
                  </a:lnTo>
                  <a:lnTo>
                    <a:pt x="238582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82" y="7200"/>
                  </a:lnTo>
                  <a:lnTo>
                    <a:pt x="240449" y="9067"/>
                  </a:lnTo>
                  <a:lnTo>
                    <a:pt x="241566" y="9525"/>
                  </a:lnTo>
                  <a:lnTo>
                    <a:pt x="244195" y="9525"/>
                  </a:lnTo>
                  <a:lnTo>
                    <a:pt x="245313" y="9067"/>
                  </a:lnTo>
                  <a:lnTo>
                    <a:pt x="247180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4248150" h="1146809">
                  <a:moveTo>
                    <a:pt x="295275" y="1140104"/>
                  </a:moveTo>
                  <a:lnTo>
                    <a:pt x="294805" y="1138986"/>
                  </a:lnTo>
                  <a:lnTo>
                    <a:pt x="292938" y="1137119"/>
                  </a:lnTo>
                  <a:lnTo>
                    <a:pt x="291820" y="1136662"/>
                  </a:lnTo>
                  <a:lnTo>
                    <a:pt x="289191" y="1136662"/>
                  </a:lnTo>
                  <a:lnTo>
                    <a:pt x="288074" y="1137119"/>
                  </a:lnTo>
                  <a:lnTo>
                    <a:pt x="286207" y="1138986"/>
                  </a:lnTo>
                  <a:lnTo>
                    <a:pt x="285750" y="1140104"/>
                  </a:lnTo>
                  <a:lnTo>
                    <a:pt x="285750" y="1142733"/>
                  </a:lnTo>
                  <a:lnTo>
                    <a:pt x="286207" y="1143850"/>
                  </a:lnTo>
                  <a:lnTo>
                    <a:pt x="288074" y="1145717"/>
                  </a:lnTo>
                  <a:lnTo>
                    <a:pt x="289191" y="1146187"/>
                  </a:lnTo>
                  <a:lnTo>
                    <a:pt x="291820" y="1146187"/>
                  </a:lnTo>
                  <a:lnTo>
                    <a:pt x="292938" y="1145717"/>
                  </a:lnTo>
                  <a:lnTo>
                    <a:pt x="294805" y="1143850"/>
                  </a:lnTo>
                  <a:lnTo>
                    <a:pt x="295275" y="1142733"/>
                  </a:lnTo>
                  <a:lnTo>
                    <a:pt x="295275" y="1140104"/>
                  </a:lnTo>
                  <a:close/>
                </a:path>
                <a:path w="4248150" h="1146809">
                  <a:moveTo>
                    <a:pt x="295275" y="571779"/>
                  </a:moveTo>
                  <a:lnTo>
                    <a:pt x="294805" y="570661"/>
                  </a:lnTo>
                  <a:lnTo>
                    <a:pt x="292938" y="568794"/>
                  </a:lnTo>
                  <a:lnTo>
                    <a:pt x="291820" y="568325"/>
                  </a:lnTo>
                  <a:lnTo>
                    <a:pt x="289191" y="568325"/>
                  </a:lnTo>
                  <a:lnTo>
                    <a:pt x="288074" y="568794"/>
                  </a:lnTo>
                  <a:lnTo>
                    <a:pt x="286207" y="570661"/>
                  </a:lnTo>
                  <a:lnTo>
                    <a:pt x="285750" y="571779"/>
                  </a:lnTo>
                  <a:lnTo>
                    <a:pt x="285750" y="574408"/>
                  </a:lnTo>
                  <a:lnTo>
                    <a:pt x="286207" y="575525"/>
                  </a:lnTo>
                  <a:lnTo>
                    <a:pt x="288074" y="577392"/>
                  </a:lnTo>
                  <a:lnTo>
                    <a:pt x="289191" y="577850"/>
                  </a:lnTo>
                  <a:lnTo>
                    <a:pt x="291820" y="577850"/>
                  </a:lnTo>
                  <a:lnTo>
                    <a:pt x="292938" y="577392"/>
                  </a:lnTo>
                  <a:lnTo>
                    <a:pt x="294805" y="575525"/>
                  </a:lnTo>
                  <a:lnTo>
                    <a:pt x="295275" y="574408"/>
                  </a:lnTo>
                  <a:lnTo>
                    <a:pt x="295275" y="571779"/>
                  </a:lnTo>
                  <a:close/>
                </a:path>
                <a:path w="4248150" h="1146809">
                  <a:moveTo>
                    <a:pt x="295275" y="3454"/>
                  </a:moveTo>
                  <a:lnTo>
                    <a:pt x="294805" y="2336"/>
                  </a:lnTo>
                  <a:lnTo>
                    <a:pt x="292938" y="469"/>
                  </a:lnTo>
                  <a:lnTo>
                    <a:pt x="291820" y="0"/>
                  </a:lnTo>
                  <a:lnTo>
                    <a:pt x="289191" y="0"/>
                  </a:lnTo>
                  <a:lnTo>
                    <a:pt x="288074" y="469"/>
                  </a:lnTo>
                  <a:lnTo>
                    <a:pt x="286207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07" y="7200"/>
                  </a:lnTo>
                  <a:lnTo>
                    <a:pt x="288074" y="9067"/>
                  </a:lnTo>
                  <a:lnTo>
                    <a:pt x="289191" y="9525"/>
                  </a:lnTo>
                  <a:lnTo>
                    <a:pt x="291820" y="9525"/>
                  </a:lnTo>
                  <a:lnTo>
                    <a:pt x="292938" y="9067"/>
                  </a:lnTo>
                  <a:lnTo>
                    <a:pt x="294805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4248150" h="1146809">
                  <a:moveTo>
                    <a:pt x="342900" y="1140104"/>
                  </a:moveTo>
                  <a:lnTo>
                    <a:pt x="342430" y="1138986"/>
                  </a:lnTo>
                  <a:lnTo>
                    <a:pt x="340563" y="1137119"/>
                  </a:lnTo>
                  <a:lnTo>
                    <a:pt x="339445" y="1136662"/>
                  </a:lnTo>
                  <a:lnTo>
                    <a:pt x="336816" y="1136662"/>
                  </a:lnTo>
                  <a:lnTo>
                    <a:pt x="335699" y="1137119"/>
                  </a:lnTo>
                  <a:lnTo>
                    <a:pt x="333832" y="1138986"/>
                  </a:lnTo>
                  <a:lnTo>
                    <a:pt x="333375" y="1140104"/>
                  </a:lnTo>
                  <a:lnTo>
                    <a:pt x="333375" y="1142733"/>
                  </a:lnTo>
                  <a:lnTo>
                    <a:pt x="333832" y="1143850"/>
                  </a:lnTo>
                  <a:lnTo>
                    <a:pt x="335699" y="1145717"/>
                  </a:lnTo>
                  <a:lnTo>
                    <a:pt x="336816" y="1146187"/>
                  </a:lnTo>
                  <a:lnTo>
                    <a:pt x="339445" y="1146187"/>
                  </a:lnTo>
                  <a:lnTo>
                    <a:pt x="340563" y="1145717"/>
                  </a:lnTo>
                  <a:lnTo>
                    <a:pt x="342430" y="1143850"/>
                  </a:lnTo>
                  <a:lnTo>
                    <a:pt x="342900" y="1142733"/>
                  </a:lnTo>
                  <a:lnTo>
                    <a:pt x="342900" y="1140104"/>
                  </a:lnTo>
                  <a:close/>
                </a:path>
                <a:path w="4248150" h="1146809">
                  <a:moveTo>
                    <a:pt x="342900" y="571779"/>
                  </a:moveTo>
                  <a:lnTo>
                    <a:pt x="342430" y="570661"/>
                  </a:lnTo>
                  <a:lnTo>
                    <a:pt x="340563" y="568794"/>
                  </a:lnTo>
                  <a:lnTo>
                    <a:pt x="339445" y="568325"/>
                  </a:lnTo>
                  <a:lnTo>
                    <a:pt x="336816" y="568325"/>
                  </a:lnTo>
                  <a:lnTo>
                    <a:pt x="335699" y="568794"/>
                  </a:lnTo>
                  <a:lnTo>
                    <a:pt x="333832" y="570661"/>
                  </a:lnTo>
                  <a:lnTo>
                    <a:pt x="333375" y="571779"/>
                  </a:lnTo>
                  <a:lnTo>
                    <a:pt x="333375" y="574408"/>
                  </a:lnTo>
                  <a:lnTo>
                    <a:pt x="333832" y="575525"/>
                  </a:lnTo>
                  <a:lnTo>
                    <a:pt x="335699" y="577392"/>
                  </a:lnTo>
                  <a:lnTo>
                    <a:pt x="336816" y="577850"/>
                  </a:lnTo>
                  <a:lnTo>
                    <a:pt x="339445" y="577850"/>
                  </a:lnTo>
                  <a:lnTo>
                    <a:pt x="340563" y="577392"/>
                  </a:lnTo>
                  <a:lnTo>
                    <a:pt x="342430" y="575525"/>
                  </a:lnTo>
                  <a:lnTo>
                    <a:pt x="342900" y="574408"/>
                  </a:lnTo>
                  <a:lnTo>
                    <a:pt x="342900" y="571779"/>
                  </a:lnTo>
                  <a:close/>
                </a:path>
                <a:path w="4248150" h="1146809">
                  <a:moveTo>
                    <a:pt x="342900" y="3454"/>
                  </a:moveTo>
                  <a:lnTo>
                    <a:pt x="342430" y="2336"/>
                  </a:lnTo>
                  <a:lnTo>
                    <a:pt x="340563" y="469"/>
                  </a:lnTo>
                  <a:lnTo>
                    <a:pt x="339445" y="0"/>
                  </a:lnTo>
                  <a:lnTo>
                    <a:pt x="336816" y="0"/>
                  </a:lnTo>
                  <a:lnTo>
                    <a:pt x="335699" y="469"/>
                  </a:lnTo>
                  <a:lnTo>
                    <a:pt x="333832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32" y="7200"/>
                  </a:lnTo>
                  <a:lnTo>
                    <a:pt x="335699" y="9067"/>
                  </a:lnTo>
                  <a:lnTo>
                    <a:pt x="336816" y="9525"/>
                  </a:lnTo>
                  <a:lnTo>
                    <a:pt x="339445" y="9525"/>
                  </a:lnTo>
                  <a:lnTo>
                    <a:pt x="340563" y="9067"/>
                  </a:lnTo>
                  <a:lnTo>
                    <a:pt x="342430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4248150" h="1146809">
                  <a:moveTo>
                    <a:pt x="390525" y="1140104"/>
                  </a:moveTo>
                  <a:lnTo>
                    <a:pt x="390055" y="1138986"/>
                  </a:lnTo>
                  <a:lnTo>
                    <a:pt x="388188" y="1137119"/>
                  </a:lnTo>
                  <a:lnTo>
                    <a:pt x="387070" y="1136662"/>
                  </a:lnTo>
                  <a:lnTo>
                    <a:pt x="384441" y="1136662"/>
                  </a:lnTo>
                  <a:lnTo>
                    <a:pt x="383324" y="1137119"/>
                  </a:lnTo>
                  <a:lnTo>
                    <a:pt x="381457" y="1138986"/>
                  </a:lnTo>
                  <a:lnTo>
                    <a:pt x="381000" y="1140104"/>
                  </a:lnTo>
                  <a:lnTo>
                    <a:pt x="381000" y="1142733"/>
                  </a:lnTo>
                  <a:lnTo>
                    <a:pt x="381457" y="1143850"/>
                  </a:lnTo>
                  <a:lnTo>
                    <a:pt x="383324" y="1145717"/>
                  </a:lnTo>
                  <a:lnTo>
                    <a:pt x="384441" y="1146187"/>
                  </a:lnTo>
                  <a:lnTo>
                    <a:pt x="387070" y="1146187"/>
                  </a:lnTo>
                  <a:lnTo>
                    <a:pt x="388188" y="1145717"/>
                  </a:lnTo>
                  <a:lnTo>
                    <a:pt x="390055" y="1143850"/>
                  </a:lnTo>
                  <a:lnTo>
                    <a:pt x="390525" y="1142733"/>
                  </a:lnTo>
                  <a:lnTo>
                    <a:pt x="390525" y="1140104"/>
                  </a:lnTo>
                  <a:close/>
                </a:path>
                <a:path w="4248150" h="1146809">
                  <a:moveTo>
                    <a:pt x="390525" y="571779"/>
                  </a:moveTo>
                  <a:lnTo>
                    <a:pt x="390055" y="570661"/>
                  </a:lnTo>
                  <a:lnTo>
                    <a:pt x="388188" y="568794"/>
                  </a:lnTo>
                  <a:lnTo>
                    <a:pt x="387070" y="568325"/>
                  </a:lnTo>
                  <a:lnTo>
                    <a:pt x="384441" y="568325"/>
                  </a:lnTo>
                  <a:lnTo>
                    <a:pt x="383324" y="568794"/>
                  </a:lnTo>
                  <a:lnTo>
                    <a:pt x="381457" y="570661"/>
                  </a:lnTo>
                  <a:lnTo>
                    <a:pt x="381000" y="571779"/>
                  </a:lnTo>
                  <a:lnTo>
                    <a:pt x="381000" y="574408"/>
                  </a:lnTo>
                  <a:lnTo>
                    <a:pt x="381457" y="575525"/>
                  </a:lnTo>
                  <a:lnTo>
                    <a:pt x="383324" y="577392"/>
                  </a:lnTo>
                  <a:lnTo>
                    <a:pt x="384441" y="577850"/>
                  </a:lnTo>
                  <a:lnTo>
                    <a:pt x="387070" y="577850"/>
                  </a:lnTo>
                  <a:lnTo>
                    <a:pt x="388188" y="577392"/>
                  </a:lnTo>
                  <a:lnTo>
                    <a:pt x="390055" y="575525"/>
                  </a:lnTo>
                  <a:lnTo>
                    <a:pt x="390525" y="574408"/>
                  </a:lnTo>
                  <a:lnTo>
                    <a:pt x="390525" y="571779"/>
                  </a:lnTo>
                  <a:close/>
                </a:path>
                <a:path w="4248150" h="1146809">
                  <a:moveTo>
                    <a:pt x="390525" y="3454"/>
                  </a:moveTo>
                  <a:lnTo>
                    <a:pt x="390055" y="2336"/>
                  </a:lnTo>
                  <a:lnTo>
                    <a:pt x="388188" y="469"/>
                  </a:lnTo>
                  <a:lnTo>
                    <a:pt x="387070" y="0"/>
                  </a:lnTo>
                  <a:lnTo>
                    <a:pt x="384441" y="0"/>
                  </a:lnTo>
                  <a:lnTo>
                    <a:pt x="383324" y="469"/>
                  </a:lnTo>
                  <a:lnTo>
                    <a:pt x="381457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57" y="7200"/>
                  </a:lnTo>
                  <a:lnTo>
                    <a:pt x="383324" y="9067"/>
                  </a:lnTo>
                  <a:lnTo>
                    <a:pt x="384441" y="9525"/>
                  </a:lnTo>
                  <a:lnTo>
                    <a:pt x="387070" y="9525"/>
                  </a:lnTo>
                  <a:lnTo>
                    <a:pt x="388188" y="9067"/>
                  </a:lnTo>
                  <a:lnTo>
                    <a:pt x="390055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4248150" h="1146809">
                  <a:moveTo>
                    <a:pt x="438150" y="1140104"/>
                  </a:moveTo>
                  <a:lnTo>
                    <a:pt x="437680" y="1138986"/>
                  </a:lnTo>
                  <a:lnTo>
                    <a:pt x="435813" y="1137119"/>
                  </a:lnTo>
                  <a:lnTo>
                    <a:pt x="434695" y="1136662"/>
                  </a:lnTo>
                  <a:lnTo>
                    <a:pt x="432066" y="1136662"/>
                  </a:lnTo>
                  <a:lnTo>
                    <a:pt x="430949" y="1137119"/>
                  </a:lnTo>
                  <a:lnTo>
                    <a:pt x="429082" y="1138986"/>
                  </a:lnTo>
                  <a:lnTo>
                    <a:pt x="428612" y="1140104"/>
                  </a:lnTo>
                  <a:lnTo>
                    <a:pt x="428612" y="1142733"/>
                  </a:lnTo>
                  <a:lnTo>
                    <a:pt x="429082" y="1143850"/>
                  </a:lnTo>
                  <a:lnTo>
                    <a:pt x="430949" y="1145717"/>
                  </a:lnTo>
                  <a:lnTo>
                    <a:pt x="432066" y="1146187"/>
                  </a:lnTo>
                  <a:lnTo>
                    <a:pt x="434695" y="1146187"/>
                  </a:lnTo>
                  <a:lnTo>
                    <a:pt x="435813" y="1145717"/>
                  </a:lnTo>
                  <a:lnTo>
                    <a:pt x="437680" y="1143850"/>
                  </a:lnTo>
                  <a:lnTo>
                    <a:pt x="438150" y="1142733"/>
                  </a:lnTo>
                  <a:lnTo>
                    <a:pt x="438150" y="1140104"/>
                  </a:lnTo>
                  <a:close/>
                </a:path>
                <a:path w="4248150" h="1146809">
                  <a:moveTo>
                    <a:pt x="438150" y="571779"/>
                  </a:moveTo>
                  <a:lnTo>
                    <a:pt x="437680" y="570661"/>
                  </a:lnTo>
                  <a:lnTo>
                    <a:pt x="435813" y="568794"/>
                  </a:lnTo>
                  <a:lnTo>
                    <a:pt x="434695" y="568325"/>
                  </a:lnTo>
                  <a:lnTo>
                    <a:pt x="432066" y="568325"/>
                  </a:lnTo>
                  <a:lnTo>
                    <a:pt x="430949" y="568794"/>
                  </a:lnTo>
                  <a:lnTo>
                    <a:pt x="429082" y="570661"/>
                  </a:lnTo>
                  <a:lnTo>
                    <a:pt x="428612" y="571779"/>
                  </a:lnTo>
                  <a:lnTo>
                    <a:pt x="428612" y="574408"/>
                  </a:lnTo>
                  <a:lnTo>
                    <a:pt x="429082" y="575525"/>
                  </a:lnTo>
                  <a:lnTo>
                    <a:pt x="430949" y="577392"/>
                  </a:lnTo>
                  <a:lnTo>
                    <a:pt x="432066" y="577850"/>
                  </a:lnTo>
                  <a:lnTo>
                    <a:pt x="434695" y="577850"/>
                  </a:lnTo>
                  <a:lnTo>
                    <a:pt x="435813" y="577392"/>
                  </a:lnTo>
                  <a:lnTo>
                    <a:pt x="437680" y="575525"/>
                  </a:lnTo>
                  <a:lnTo>
                    <a:pt x="438150" y="574408"/>
                  </a:lnTo>
                  <a:lnTo>
                    <a:pt x="438150" y="571779"/>
                  </a:lnTo>
                  <a:close/>
                </a:path>
                <a:path w="4248150" h="1146809">
                  <a:moveTo>
                    <a:pt x="438150" y="3454"/>
                  </a:moveTo>
                  <a:lnTo>
                    <a:pt x="437680" y="2336"/>
                  </a:lnTo>
                  <a:lnTo>
                    <a:pt x="435813" y="469"/>
                  </a:lnTo>
                  <a:lnTo>
                    <a:pt x="434695" y="0"/>
                  </a:lnTo>
                  <a:lnTo>
                    <a:pt x="432066" y="0"/>
                  </a:lnTo>
                  <a:lnTo>
                    <a:pt x="430949" y="469"/>
                  </a:lnTo>
                  <a:lnTo>
                    <a:pt x="429082" y="2336"/>
                  </a:lnTo>
                  <a:lnTo>
                    <a:pt x="428612" y="3454"/>
                  </a:lnTo>
                  <a:lnTo>
                    <a:pt x="428612" y="6083"/>
                  </a:lnTo>
                  <a:lnTo>
                    <a:pt x="429082" y="7200"/>
                  </a:lnTo>
                  <a:lnTo>
                    <a:pt x="430949" y="9067"/>
                  </a:lnTo>
                  <a:lnTo>
                    <a:pt x="432066" y="9525"/>
                  </a:lnTo>
                  <a:lnTo>
                    <a:pt x="434695" y="9525"/>
                  </a:lnTo>
                  <a:lnTo>
                    <a:pt x="435813" y="9067"/>
                  </a:lnTo>
                  <a:lnTo>
                    <a:pt x="437680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4248150" h="1146809">
                  <a:moveTo>
                    <a:pt x="485775" y="1140104"/>
                  </a:moveTo>
                  <a:lnTo>
                    <a:pt x="485305" y="1138986"/>
                  </a:lnTo>
                  <a:lnTo>
                    <a:pt x="483438" y="1137119"/>
                  </a:lnTo>
                  <a:lnTo>
                    <a:pt x="482320" y="1136662"/>
                  </a:lnTo>
                  <a:lnTo>
                    <a:pt x="479691" y="1136662"/>
                  </a:lnTo>
                  <a:lnTo>
                    <a:pt x="478574" y="1137119"/>
                  </a:lnTo>
                  <a:lnTo>
                    <a:pt x="476707" y="1138986"/>
                  </a:lnTo>
                  <a:lnTo>
                    <a:pt x="476237" y="1140104"/>
                  </a:lnTo>
                  <a:lnTo>
                    <a:pt x="476237" y="1142733"/>
                  </a:lnTo>
                  <a:lnTo>
                    <a:pt x="476707" y="1143850"/>
                  </a:lnTo>
                  <a:lnTo>
                    <a:pt x="478574" y="1145717"/>
                  </a:lnTo>
                  <a:lnTo>
                    <a:pt x="479691" y="1146187"/>
                  </a:lnTo>
                  <a:lnTo>
                    <a:pt x="482320" y="1146187"/>
                  </a:lnTo>
                  <a:lnTo>
                    <a:pt x="483438" y="1145717"/>
                  </a:lnTo>
                  <a:lnTo>
                    <a:pt x="485305" y="1143850"/>
                  </a:lnTo>
                  <a:lnTo>
                    <a:pt x="485775" y="1142733"/>
                  </a:lnTo>
                  <a:lnTo>
                    <a:pt x="485775" y="1140104"/>
                  </a:lnTo>
                  <a:close/>
                </a:path>
                <a:path w="4248150" h="1146809">
                  <a:moveTo>
                    <a:pt x="485775" y="571779"/>
                  </a:moveTo>
                  <a:lnTo>
                    <a:pt x="485305" y="570661"/>
                  </a:lnTo>
                  <a:lnTo>
                    <a:pt x="483438" y="568794"/>
                  </a:lnTo>
                  <a:lnTo>
                    <a:pt x="482320" y="568325"/>
                  </a:lnTo>
                  <a:lnTo>
                    <a:pt x="479691" y="568325"/>
                  </a:lnTo>
                  <a:lnTo>
                    <a:pt x="478574" y="568794"/>
                  </a:lnTo>
                  <a:lnTo>
                    <a:pt x="476707" y="570661"/>
                  </a:lnTo>
                  <a:lnTo>
                    <a:pt x="476237" y="571779"/>
                  </a:lnTo>
                  <a:lnTo>
                    <a:pt x="476237" y="574408"/>
                  </a:lnTo>
                  <a:lnTo>
                    <a:pt x="476707" y="575525"/>
                  </a:lnTo>
                  <a:lnTo>
                    <a:pt x="478574" y="577392"/>
                  </a:lnTo>
                  <a:lnTo>
                    <a:pt x="479691" y="577850"/>
                  </a:lnTo>
                  <a:lnTo>
                    <a:pt x="482320" y="577850"/>
                  </a:lnTo>
                  <a:lnTo>
                    <a:pt x="483438" y="577392"/>
                  </a:lnTo>
                  <a:lnTo>
                    <a:pt x="485305" y="575525"/>
                  </a:lnTo>
                  <a:lnTo>
                    <a:pt x="485775" y="574408"/>
                  </a:lnTo>
                  <a:lnTo>
                    <a:pt x="485775" y="571779"/>
                  </a:lnTo>
                  <a:close/>
                </a:path>
                <a:path w="4248150" h="1146809">
                  <a:moveTo>
                    <a:pt x="485775" y="3454"/>
                  </a:moveTo>
                  <a:lnTo>
                    <a:pt x="485305" y="2336"/>
                  </a:lnTo>
                  <a:lnTo>
                    <a:pt x="483438" y="469"/>
                  </a:lnTo>
                  <a:lnTo>
                    <a:pt x="482320" y="0"/>
                  </a:lnTo>
                  <a:lnTo>
                    <a:pt x="479691" y="0"/>
                  </a:lnTo>
                  <a:lnTo>
                    <a:pt x="478574" y="469"/>
                  </a:lnTo>
                  <a:lnTo>
                    <a:pt x="476707" y="2336"/>
                  </a:lnTo>
                  <a:lnTo>
                    <a:pt x="476237" y="3454"/>
                  </a:lnTo>
                  <a:lnTo>
                    <a:pt x="476237" y="6083"/>
                  </a:lnTo>
                  <a:lnTo>
                    <a:pt x="476707" y="7200"/>
                  </a:lnTo>
                  <a:lnTo>
                    <a:pt x="478574" y="9067"/>
                  </a:lnTo>
                  <a:lnTo>
                    <a:pt x="479691" y="9525"/>
                  </a:lnTo>
                  <a:lnTo>
                    <a:pt x="482320" y="9525"/>
                  </a:lnTo>
                  <a:lnTo>
                    <a:pt x="483438" y="9067"/>
                  </a:lnTo>
                  <a:lnTo>
                    <a:pt x="485305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4248150" h="1146809">
                  <a:moveTo>
                    <a:pt x="533400" y="1140104"/>
                  </a:moveTo>
                  <a:lnTo>
                    <a:pt x="532930" y="1138986"/>
                  </a:lnTo>
                  <a:lnTo>
                    <a:pt x="531063" y="1137119"/>
                  </a:lnTo>
                  <a:lnTo>
                    <a:pt x="529945" y="1136662"/>
                  </a:lnTo>
                  <a:lnTo>
                    <a:pt x="527316" y="1136662"/>
                  </a:lnTo>
                  <a:lnTo>
                    <a:pt x="526199" y="1137119"/>
                  </a:lnTo>
                  <a:lnTo>
                    <a:pt x="524332" y="1138986"/>
                  </a:lnTo>
                  <a:lnTo>
                    <a:pt x="523875" y="1140104"/>
                  </a:lnTo>
                  <a:lnTo>
                    <a:pt x="523875" y="1142733"/>
                  </a:lnTo>
                  <a:lnTo>
                    <a:pt x="524332" y="1143850"/>
                  </a:lnTo>
                  <a:lnTo>
                    <a:pt x="526199" y="1145717"/>
                  </a:lnTo>
                  <a:lnTo>
                    <a:pt x="527316" y="1146187"/>
                  </a:lnTo>
                  <a:lnTo>
                    <a:pt x="529945" y="1146187"/>
                  </a:lnTo>
                  <a:lnTo>
                    <a:pt x="531063" y="1145717"/>
                  </a:lnTo>
                  <a:lnTo>
                    <a:pt x="532930" y="1143850"/>
                  </a:lnTo>
                  <a:lnTo>
                    <a:pt x="533400" y="1142733"/>
                  </a:lnTo>
                  <a:lnTo>
                    <a:pt x="533400" y="1140104"/>
                  </a:lnTo>
                  <a:close/>
                </a:path>
                <a:path w="4248150" h="1146809">
                  <a:moveTo>
                    <a:pt x="533400" y="571779"/>
                  </a:moveTo>
                  <a:lnTo>
                    <a:pt x="532930" y="570661"/>
                  </a:lnTo>
                  <a:lnTo>
                    <a:pt x="531063" y="568794"/>
                  </a:lnTo>
                  <a:lnTo>
                    <a:pt x="529945" y="568325"/>
                  </a:lnTo>
                  <a:lnTo>
                    <a:pt x="527316" y="568325"/>
                  </a:lnTo>
                  <a:lnTo>
                    <a:pt x="526199" y="568794"/>
                  </a:lnTo>
                  <a:lnTo>
                    <a:pt x="524332" y="570661"/>
                  </a:lnTo>
                  <a:lnTo>
                    <a:pt x="523875" y="571779"/>
                  </a:lnTo>
                  <a:lnTo>
                    <a:pt x="523875" y="574408"/>
                  </a:lnTo>
                  <a:lnTo>
                    <a:pt x="524332" y="575525"/>
                  </a:lnTo>
                  <a:lnTo>
                    <a:pt x="526199" y="577392"/>
                  </a:lnTo>
                  <a:lnTo>
                    <a:pt x="527316" y="577850"/>
                  </a:lnTo>
                  <a:lnTo>
                    <a:pt x="529945" y="577850"/>
                  </a:lnTo>
                  <a:lnTo>
                    <a:pt x="531063" y="577392"/>
                  </a:lnTo>
                  <a:lnTo>
                    <a:pt x="532930" y="575525"/>
                  </a:lnTo>
                  <a:lnTo>
                    <a:pt x="533400" y="574408"/>
                  </a:lnTo>
                  <a:lnTo>
                    <a:pt x="533400" y="571779"/>
                  </a:lnTo>
                  <a:close/>
                </a:path>
                <a:path w="4248150" h="1146809">
                  <a:moveTo>
                    <a:pt x="533400" y="3454"/>
                  </a:moveTo>
                  <a:lnTo>
                    <a:pt x="532930" y="2336"/>
                  </a:lnTo>
                  <a:lnTo>
                    <a:pt x="531063" y="469"/>
                  </a:lnTo>
                  <a:lnTo>
                    <a:pt x="529945" y="0"/>
                  </a:lnTo>
                  <a:lnTo>
                    <a:pt x="527316" y="0"/>
                  </a:lnTo>
                  <a:lnTo>
                    <a:pt x="526199" y="469"/>
                  </a:lnTo>
                  <a:lnTo>
                    <a:pt x="524332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32" y="7200"/>
                  </a:lnTo>
                  <a:lnTo>
                    <a:pt x="526199" y="9067"/>
                  </a:lnTo>
                  <a:lnTo>
                    <a:pt x="527316" y="9525"/>
                  </a:lnTo>
                  <a:lnTo>
                    <a:pt x="529945" y="9525"/>
                  </a:lnTo>
                  <a:lnTo>
                    <a:pt x="531063" y="9067"/>
                  </a:lnTo>
                  <a:lnTo>
                    <a:pt x="532930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4248150" h="1146809">
                  <a:moveTo>
                    <a:pt x="581025" y="1140104"/>
                  </a:moveTo>
                  <a:lnTo>
                    <a:pt x="580555" y="1138986"/>
                  </a:lnTo>
                  <a:lnTo>
                    <a:pt x="578688" y="1137119"/>
                  </a:lnTo>
                  <a:lnTo>
                    <a:pt x="577570" y="1136662"/>
                  </a:lnTo>
                  <a:lnTo>
                    <a:pt x="574941" y="1136662"/>
                  </a:lnTo>
                  <a:lnTo>
                    <a:pt x="573824" y="1137119"/>
                  </a:lnTo>
                  <a:lnTo>
                    <a:pt x="571957" y="1138986"/>
                  </a:lnTo>
                  <a:lnTo>
                    <a:pt x="571500" y="1140104"/>
                  </a:lnTo>
                  <a:lnTo>
                    <a:pt x="571500" y="1142733"/>
                  </a:lnTo>
                  <a:lnTo>
                    <a:pt x="571957" y="1143850"/>
                  </a:lnTo>
                  <a:lnTo>
                    <a:pt x="573824" y="1145717"/>
                  </a:lnTo>
                  <a:lnTo>
                    <a:pt x="574941" y="1146187"/>
                  </a:lnTo>
                  <a:lnTo>
                    <a:pt x="577570" y="1146187"/>
                  </a:lnTo>
                  <a:lnTo>
                    <a:pt x="578688" y="1145717"/>
                  </a:lnTo>
                  <a:lnTo>
                    <a:pt x="580555" y="1143850"/>
                  </a:lnTo>
                  <a:lnTo>
                    <a:pt x="581025" y="1142733"/>
                  </a:lnTo>
                  <a:lnTo>
                    <a:pt x="581025" y="1140104"/>
                  </a:lnTo>
                  <a:close/>
                </a:path>
                <a:path w="4248150" h="1146809">
                  <a:moveTo>
                    <a:pt x="581025" y="571779"/>
                  </a:moveTo>
                  <a:lnTo>
                    <a:pt x="580555" y="570661"/>
                  </a:lnTo>
                  <a:lnTo>
                    <a:pt x="578688" y="568794"/>
                  </a:lnTo>
                  <a:lnTo>
                    <a:pt x="577570" y="568325"/>
                  </a:lnTo>
                  <a:lnTo>
                    <a:pt x="574941" y="568325"/>
                  </a:lnTo>
                  <a:lnTo>
                    <a:pt x="573824" y="568794"/>
                  </a:lnTo>
                  <a:lnTo>
                    <a:pt x="571957" y="570661"/>
                  </a:lnTo>
                  <a:lnTo>
                    <a:pt x="571500" y="571779"/>
                  </a:lnTo>
                  <a:lnTo>
                    <a:pt x="571500" y="574408"/>
                  </a:lnTo>
                  <a:lnTo>
                    <a:pt x="571957" y="575525"/>
                  </a:lnTo>
                  <a:lnTo>
                    <a:pt x="573824" y="577392"/>
                  </a:lnTo>
                  <a:lnTo>
                    <a:pt x="574941" y="577850"/>
                  </a:lnTo>
                  <a:lnTo>
                    <a:pt x="577570" y="577850"/>
                  </a:lnTo>
                  <a:lnTo>
                    <a:pt x="578688" y="577392"/>
                  </a:lnTo>
                  <a:lnTo>
                    <a:pt x="580555" y="575525"/>
                  </a:lnTo>
                  <a:lnTo>
                    <a:pt x="581025" y="574408"/>
                  </a:lnTo>
                  <a:lnTo>
                    <a:pt x="581025" y="571779"/>
                  </a:lnTo>
                  <a:close/>
                </a:path>
                <a:path w="4248150" h="1146809">
                  <a:moveTo>
                    <a:pt x="581025" y="3454"/>
                  </a:moveTo>
                  <a:lnTo>
                    <a:pt x="580555" y="2336"/>
                  </a:lnTo>
                  <a:lnTo>
                    <a:pt x="578688" y="469"/>
                  </a:lnTo>
                  <a:lnTo>
                    <a:pt x="577570" y="0"/>
                  </a:lnTo>
                  <a:lnTo>
                    <a:pt x="574941" y="0"/>
                  </a:lnTo>
                  <a:lnTo>
                    <a:pt x="573824" y="469"/>
                  </a:lnTo>
                  <a:lnTo>
                    <a:pt x="571957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57" y="7200"/>
                  </a:lnTo>
                  <a:lnTo>
                    <a:pt x="573824" y="9067"/>
                  </a:lnTo>
                  <a:lnTo>
                    <a:pt x="574941" y="9525"/>
                  </a:lnTo>
                  <a:lnTo>
                    <a:pt x="577570" y="9525"/>
                  </a:lnTo>
                  <a:lnTo>
                    <a:pt x="578688" y="9067"/>
                  </a:lnTo>
                  <a:lnTo>
                    <a:pt x="580555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4248150" h="1146809">
                  <a:moveTo>
                    <a:pt x="628637" y="1140104"/>
                  </a:moveTo>
                  <a:lnTo>
                    <a:pt x="628180" y="1138986"/>
                  </a:lnTo>
                  <a:lnTo>
                    <a:pt x="626313" y="1137119"/>
                  </a:lnTo>
                  <a:lnTo>
                    <a:pt x="625195" y="1136662"/>
                  </a:lnTo>
                  <a:lnTo>
                    <a:pt x="622566" y="1136662"/>
                  </a:lnTo>
                  <a:lnTo>
                    <a:pt x="621449" y="1137119"/>
                  </a:lnTo>
                  <a:lnTo>
                    <a:pt x="619582" y="1138986"/>
                  </a:lnTo>
                  <a:lnTo>
                    <a:pt x="619125" y="1140104"/>
                  </a:lnTo>
                  <a:lnTo>
                    <a:pt x="619125" y="1142733"/>
                  </a:lnTo>
                  <a:lnTo>
                    <a:pt x="619582" y="1143850"/>
                  </a:lnTo>
                  <a:lnTo>
                    <a:pt x="621449" y="1145717"/>
                  </a:lnTo>
                  <a:lnTo>
                    <a:pt x="622566" y="1146187"/>
                  </a:lnTo>
                  <a:lnTo>
                    <a:pt x="625195" y="1146187"/>
                  </a:lnTo>
                  <a:lnTo>
                    <a:pt x="626313" y="1145717"/>
                  </a:lnTo>
                  <a:lnTo>
                    <a:pt x="628180" y="1143850"/>
                  </a:lnTo>
                  <a:lnTo>
                    <a:pt x="628637" y="1142733"/>
                  </a:lnTo>
                  <a:lnTo>
                    <a:pt x="628637" y="1140104"/>
                  </a:lnTo>
                  <a:close/>
                </a:path>
                <a:path w="4248150" h="1146809">
                  <a:moveTo>
                    <a:pt x="628637" y="571779"/>
                  </a:moveTo>
                  <a:lnTo>
                    <a:pt x="628180" y="570661"/>
                  </a:lnTo>
                  <a:lnTo>
                    <a:pt x="626313" y="568794"/>
                  </a:lnTo>
                  <a:lnTo>
                    <a:pt x="625195" y="568325"/>
                  </a:lnTo>
                  <a:lnTo>
                    <a:pt x="622566" y="568325"/>
                  </a:lnTo>
                  <a:lnTo>
                    <a:pt x="621449" y="568794"/>
                  </a:lnTo>
                  <a:lnTo>
                    <a:pt x="619582" y="570661"/>
                  </a:lnTo>
                  <a:lnTo>
                    <a:pt x="619125" y="571779"/>
                  </a:lnTo>
                  <a:lnTo>
                    <a:pt x="619125" y="574408"/>
                  </a:lnTo>
                  <a:lnTo>
                    <a:pt x="619582" y="575525"/>
                  </a:lnTo>
                  <a:lnTo>
                    <a:pt x="621449" y="577392"/>
                  </a:lnTo>
                  <a:lnTo>
                    <a:pt x="622566" y="577850"/>
                  </a:lnTo>
                  <a:lnTo>
                    <a:pt x="625195" y="577850"/>
                  </a:lnTo>
                  <a:lnTo>
                    <a:pt x="626313" y="577392"/>
                  </a:lnTo>
                  <a:lnTo>
                    <a:pt x="628180" y="575525"/>
                  </a:lnTo>
                  <a:lnTo>
                    <a:pt x="628637" y="574408"/>
                  </a:lnTo>
                  <a:lnTo>
                    <a:pt x="628637" y="571779"/>
                  </a:lnTo>
                  <a:close/>
                </a:path>
                <a:path w="4248150" h="1146809">
                  <a:moveTo>
                    <a:pt x="628637" y="3454"/>
                  </a:moveTo>
                  <a:lnTo>
                    <a:pt x="628180" y="2336"/>
                  </a:lnTo>
                  <a:lnTo>
                    <a:pt x="626313" y="469"/>
                  </a:lnTo>
                  <a:lnTo>
                    <a:pt x="625195" y="0"/>
                  </a:lnTo>
                  <a:lnTo>
                    <a:pt x="622566" y="0"/>
                  </a:lnTo>
                  <a:lnTo>
                    <a:pt x="621449" y="469"/>
                  </a:lnTo>
                  <a:lnTo>
                    <a:pt x="619582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82" y="7200"/>
                  </a:lnTo>
                  <a:lnTo>
                    <a:pt x="621449" y="9067"/>
                  </a:lnTo>
                  <a:lnTo>
                    <a:pt x="622566" y="9525"/>
                  </a:lnTo>
                  <a:lnTo>
                    <a:pt x="625195" y="9525"/>
                  </a:lnTo>
                  <a:lnTo>
                    <a:pt x="626313" y="9067"/>
                  </a:lnTo>
                  <a:lnTo>
                    <a:pt x="628180" y="7200"/>
                  </a:lnTo>
                  <a:lnTo>
                    <a:pt x="628637" y="6083"/>
                  </a:lnTo>
                  <a:lnTo>
                    <a:pt x="628637" y="3454"/>
                  </a:lnTo>
                  <a:close/>
                </a:path>
                <a:path w="4248150" h="1146809">
                  <a:moveTo>
                    <a:pt x="676262" y="1140104"/>
                  </a:moveTo>
                  <a:lnTo>
                    <a:pt x="675805" y="1138986"/>
                  </a:lnTo>
                  <a:lnTo>
                    <a:pt x="673938" y="1137119"/>
                  </a:lnTo>
                  <a:lnTo>
                    <a:pt x="672820" y="1136662"/>
                  </a:lnTo>
                  <a:lnTo>
                    <a:pt x="670191" y="1136662"/>
                  </a:lnTo>
                  <a:lnTo>
                    <a:pt x="669074" y="1137119"/>
                  </a:lnTo>
                  <a:lnTo>
                    <a:pt x="667207" y="1138986"/>
                  </a:lnTo>
                  <a:lnTo>
                    <a:pt x="666750" y="1140104"/>
                  </a:lnTo>
                  <a:lnTo>
                    <a:pt x="666750" y="1142733"/>
                  </a:lnTo>
                  <a:lnTo>
                    <a:pt x="667207" y="1143850"/>
                  </a:lnTo>
                  <a:lnTo>
                    <a:pt x="669074" y="1145717"/>
                  </a:lnTo>
                  <a:lnTo>
                    <a:pt x="670191" y="1146187"/>
                  </a:lnTo>
                  <a:lnTo>
                    <a:pt x="672820" y="1146187"/>
                  </a:lnTo>
                  <a:lnTo>
                    <a:pt x="673938" y="1145717"/>
                  </a:lnTo>
                  <a:lnTo>
                    <a:pt x="675805" y="1143850"/>
                  </a:lnTo>
                  <a:lnTo>
                    <a:pt x="676262" y="1142733"/>
                  </a:lnTo>
                  <a:lnTo>
                    <a:pt x="676262" y="1140104"/>
                  </a:lnTo>
                  <a:close/>
                </a:path>
                <a:path w="4248150" h="1146809">
                  <a:moveTo>
                    <a:pt x="676262" y="571779"/>
                  </a:moveTo>
                  <a:lnTo>
                    <a:pt x="675805" y="570661"/>
                  </a:lnTo>
                  <a:lnTo>
                    <a:pt x="673938" y="568794"/>
                  </a:lnTo>
                  <a:lnTo>
                    <a:pt x="672820" y="568325"/>
                  </a:lnTo>
                  <a:lnTo>
                    <a:pt x="670191" y="568325"/>
                  </a:lnTo>
                  <a:lnTo>
                    <a:pt x="669074" y="568794"/>
                  </a:lnTo>
                  <a:lnTo>
                    <a:pt x="667207" y="570661"/>
                  </a:lnTo>
                  <a:lnTo>
                    <a:pt x="666750" y="571779"/>
                  </a:lnTo>
                  <a:lnTo>
                    <a:pt x="666750" y="574408"/>
                  </a:lnTo>
                  <a:lnTo>
                    <a:pt x="667207" y="575525"/>
                  </a:lnTo>
                  <a:lnTo>
                    <a:pt x="669074" y="577392"/>
                  </a:lnTo>
                  <a:lnTo>
                    <a:pt x="670191" y="577850"/>
                  </a:lnTo>
                  <a:lnTo>
                    <a:pt x="672820" y="577850"/>
                  </a:lnTo>
                  <a:lnTo>
                    <a:pt x="673938" y="577392"/>
                  </a:lnTo>
                  <a:lnTo>
                    <a:pt x="675805" y="575525"/>
                  </a:lnTo>
                  <a:lnTo>
                    <a:pt x="676262" y="574408"/>
                  </a:lnTo>
                  <a:lnTo>
                    <a:pt x="676262" y="571779"/>
                  </a:lnTo>
                  <a:close/>
                </a:path>
                <a:path w="4248150" h="1146809">
                  <a:moveTo>
                    <a:pt x="676262" y="3454"/>
                  </a:moveTo>
                  <a:lnTo>
                    <a:pt x="675805" y="2336"/>
                  </a:lnTo>
                  <a:lnTo>
                    <a:pt x="673938" y="469"/>
                  </a:lnTo>
                  <a:lnTo>
                    <a:pt x="672820" y="0"/>
                  </a:lnTo>
                  <a:lnTo>
                    <a:pt x="670191" y="0"/>
                  </a:lnTo>
                  <a:lnTo>
                    <a:pt x="669074" y="469"/>
                  </a:lnTo>
                  <a:lnTo>
                    <a:pt x="667207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07" y="7200"/>
                  </a:lnTo>
                  <a:lnTo>
                    <a:pt x="669074" y="9067"/>
                  </a:lnTo>
                  <a:lnTo>
                    <a:pt x="670191" y="9525"/>
                  </a:lnTo>
                  <a:lnTo>
                    <a:pt x="672820" y="9525"/>
                  </a:lnTo>
                  <a:lnTo>
                    <a:pt x="673938" y="9067"/>
                  </a:lnTo>
                  <a:lnTo>
                    <a:pt x="675805" y="7200"/>
                  </a:lnTo>
                  <a:lnTo>
                    <a:pt x="676262" y="6083"/>
                  </a:lnTo>
                  <a:lnTo>
                    <a:pt x="676262" y="3454"/>
                  </a:lnTo>
                  <a:close/>
                </a:path>
                <a:path w="4248150" h="1146809">
                  <a:moveTo>
                    <a:pt x="723900" y="1140104"/>
                  </a:moveTo>
                  <a:lnTo>
                    <a:pt x="723430" y="1138986"/>
                  </a:lnTo>
                  <a:lnTo>
                    <a:pt x="721563" y="1137119"/>
                  </a:lnTo>
                  <a:lnTo>
                    <a:pt x="720445" y="1136662"/>
                  </a:lnTo>
                  <a:lnTo>
                    <a:pt x="717816" y="1136662"/>
                  </a:lnTo>
                  <a:lnTo>
                    <a:pt x="716699" y="1137119"/>
                  </a:lnTo>
                  <a:lnTo>
                    <a:pt x="714832" y="1138986"/>
                  </a:lnTo>
                  <a:lnTo>
                    <a:pt x="714375" y="1140104"/>
                  </a:lnTo>
                  <a:lnTo>
                    <a:pt x="714375" y="1142733"/>
                  </a:lnTo>
                  <a:lnTo>
                    <a:pt x="714832" y="1143850"/>
                  </a:lnTo>
                  <a:lnTo>
                    <a:pt x="716699" y="1145717"/>
                  </a:lnTo>
                  <a:lnTo>
                    <a:pt x="717816" y="1146187"/>
                  </a:lnTo>
                  <a:lnTo>
                    <a:pt x="720445" y="1146187"/>
                  </a:lnTo>
                  <a:lnTo>
                    <a:pt x="721563" y="1145717"/>
                  </a:lnTo>
                  <a:lnTo>
                    <a:pt x="723430" y="1143850"/>
                  </a:lnTo>
                  <a:lnTo>
                    <a:pt x="723900" y="1142733"/>
                  </a:lnTo>
                  <a:lnTo>
                    <a:pt x="723900" y="1140104"/>
                  </a:lnTo>
                  <a:close/>
                </a:path>
                <a:path w="4248150" h="1146809">
                  <a:moveTo>
                    <a:pt x="723900" y="571779"/>
                  </a:moveTo>
                  <a:lnTo>
                    <a:pt x="723430" y="570661"/>
                  </a:lnTo>
                  <a:lnTo>
                    <a:pt x="721563" y="568794"/>
                  </a:lnTo>
                  <a:lnTo>
                    <a:pt x="720445" y="568325"/>
                  </a:lnTo>
                  <a:lnTo>
                    <a:pt x="717816" y="568325"/>
                  </a:lnTo>
                  <a:lnTo>
                    <a:pt x="716699" y="568794"/>
                  </a:lnTo>
                  <a:lnTo>
                    <a:pt x="714832" y="570661"/>
                  </a:lnTo>
                  <a:lnTo>
                    <a:pt x="714375" y="571779"/>
                  </a:lnTo>
                  <a:lnTo>
                    <a:pt x="714375" y="574408"/>
                  </a:lnTo>
                  <a:lnTo>
                    <a:pt x="714832" y="575525"/>
                  </a:lnTo>
                  <a:lnTo>
                    <a:pt x="716699" y="577392"/>
                  </a:lnTo>
                  <a:lnTo>
                    <a:pt x="717816" y="577850"/>
                  </a:lnTo>
                  <a:lnTo>
                    <a:pt x="720445" y="577850"/>
                  </a:lnTo>
                  <a:lnTo>
                    <a:pt x="721563" y="577392"/>
                  </a:lnTo>
                  <a:lnTo>
                    <a:pt x="723430" y="575525"/>
                  </a:lnTo>
                  <a:lnTo>
                    <a:pt x="723900" y="574408"/>
                  </a:lnTo>
                  <a:lnTo>
                    <a:pt x="723900" y="571779"/>
                  </a:lnTo>
                  <a:close/>
                </a:path>
                <a:path w="4248150" h="1146809">
                  <a:moveTo>
                    <a:pt x="723900" y="3454"/>
                  </a:moveTo>
                  <a:lnTo>
                    <a:pt x="723430" y="2336"/>
                  </a:lnTo>
                  <a:lnTo>
                    <a:pt x="721563" y="469"/>
                  </a:lnTo>
                  <a:lnTo>
                    <a:pt x="720445" y="0"/>
                  </a:lnTo>
                  <a:lnTo>
                    <a:pt x="717816" y="0"/>
                  </a:lnTo>
                  <a:lnTo>
                    <a:pt x="716699" y="469"/>
                  </a:lnTo>
                  <a:lnTo>
                    <a:pt x="714832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32" y="7200"/>
                  </a:lnTo>
                  <a:lnTo>
                    <a:pt x="716699" y="9067"/>
                  </a:lnTo>
                  <a:lnTo>
                    <a:pt x="717816" y="9525"/>
                  </a:lnTo>
                  <a:lnTo>
                    <a:pt x="720445" y="9525"/>
                  </a:lnTo>
                  <a:lnTo>
                    <a:pt x="721563" y="9067"/>
                  </a:lnTo>
                  <a:lnTo>
                    <a:pt x="723430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4248150" h="1146809">
                  <a:moveTo>
                    <a:pt x="771525" y="1140104"/>
                  </a:moveTo>
                  <a:lnTo>
                    <a:pt x="771055" y="1138986"/>
                  </a:lnTo>
                  <a:lnTo>
                    <a:pt x="769188" y="1137119"/>
                  </a:lnTo>
                  <a:lnTo>
                    <a:pt x="768070" y="1136662"/>
                  </a:lnTo>
                  <a:lnTo>
                    <a:pt x="765441" y="1136662"/>
                  </a:lnTo>
                  <a:lnTo>
                    <a:pt x="764324" y="1137119"/>
                  </a:lnTo>
                  <a:lnTo>
                    <a:pt x="762457" y="1138986"/>
                  </a:lnTo>
                  <a:lnTo>
                    <a:pt x="762000" y="1140104"/>
                  </a:lnTo>
                  <a:lnTo>
                    <a:pt x="762000" y="1142733"/>
                  </a:lnTo>
                  <a:lnTo>
                    <a:pt x="762457" y="1143850"/>
                  </a:lnTo>
                  <a:lnTo>
                    <a:pt x="764324" y="1145717"/>
                  </a:lnTo>
                  <a:lnTo>
                    <a:pt x="765441" y="1146187"/>
                  </a:lnTo>
                  <a:lnTo>
                    <a:pt x="768070" y="1146187"/>
                  </a:lnTo>
                  <a:lnTo>
                    <a:pt x="769188" y="1145717"/>
                  </a:lnTo>
                  <a:lnTo>
                    <a:pt x="771055" y="1143850"/>
                  </a:lnTo>
                  <a:lnTo>
                    <a:pt x="771525" y="1142733"/>
                  </a:lnTo>
                  <a:lnTo>
                    <a:pt x="771525" y="1140104"/>
                  </a:lnTo>
                  <a:close/>
                </a:path>
                <a:path w="4248150" h="1146809">
                  <a:moveTo>
                    <a:pt x="771525" y="571779"/>
                  </a:moveTo>
                  <a:lnTo>
                    <a:pt x="771055" y="570661"/>
                  </a:lnTo>
                  <a:lnTo>
                    <a:pt x="769188" y="568794"/>
                  </a:lnTo>
                  <a:lnTo>
                    <a:pt x="768070" y="568325"/>
                  </a:lnTo>
                  <a:lnTo>
                    <a:pt x="765441" y="568325"/>
                  </a:lnTo>
                  <a:lnTo>
                    <a:pt x="764324" y="568794"/>
                  </a:lnTo>
                  <a:lnTo>
                    <a:pt x="762457" y="570661"/>
                  </a:lnTo>
                  <a:lnTo>
                    <a:pt x="762000" y="571779"/>
                  </a:lnTo>
                  <a:lnTo>
                    <a:pt x="762000" y="574408"/>
                  </a:lnTo>
                  <a:lnTo>
                    <a:pt x="762457" y="575525"/>
                  </a:lnTo>
                  <a:lnTo>
                    <a:pt x="764324" y="577392"/>
                  </a:lnTo>
                  <a:lnTo>
                    <a:pt x="765441" y="577850"/>
                  </a:lnTo>
                  <a:lnTo>
                    <a:pt x="768070" y="577850"/>
                  </a:lnTo>
                  <a:lnTo>
                    <a:pt x="769188" y="577392"/>
                  </a:lnTo>
                  <a:lnTo>
                    <a:pt x="771055" y="575525"/>
                  </a:lnTo>
                  <a:lnTo>
                    <a:pt x="771525" y="574408"/>
                  </a:lnTo>
                  <a:lnTo>
                    <a:pt x="771525" y="571779"/>
                  </a:lnTo>
                  <a:close/>
                </a:path>
                <a:path w="4248150" h="1146809">
                  <a:moveTo>
                    <a:pt x="771525" y="3454"/>
                  </a:moveTo>
                  <a:lnTo>
                    <a:pt x="771055" y="2336"/>
                  </a:lnTo>
                  <a:lnTo>
                    <a:pt x="769188" y="469"/>
                  </a:lnTo>
                  <a:lnTo>
                    <a:pt x="768070" y="0"/>
                  </a:lnTo>
                  <a:lnTo>
                    <a:pt x="765441" y="0"/>
                  </a:lnTo>
                  <a:lnTo>
                    <a:pt x="764324" y="469"/>
                  </a:lnTo>
                  <a:lnTo>
                    <a:pt x="762457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57" y="7200"/>
                  </a:lnTo>
                  <a:lnTo>
                    <a:pt x="764324" y="9067"/>
                  </a:lnTo>
                  <a:lnTo>
                    <a:pt x="765441" y="9525"/>
                  </a:lnTo>
                  <a:lnTo>
                    <a:pt x="768070" y="9525"/>
                  </a:lnTo>
                  <a:lnTo>
                    <a:pt x="769188" y="9067"/>
                  </a:lnTo>
                  <a:lnTo>
                    <a:pt x="771055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4248150" h="1146809">
                  <a:moveTo>
                    <a:pt x="819150" y="1140104"/>
                  </a:moveTo>
                  <a:lnTo>
                    <a:pt x="818680" y="1138986"/>
                  </a:lnTo>
                  <a:lnTo>
                    <a:pt x="816813" y="1137119"/>
                  </a:lnTo>
                  <a:lnTo>
                    <a:pt x="815695" y="1136662"/>
                  </a:lnTo>
                  <a:lnTo>
                    <a:pt x="813066" y="1136662"/>
                  </a:lnTo>
                  <a:lnTo>
                    <a:pt x="811949" y="1137119"/>
                  </a:lnTo>
                  <a:lnTo>
                    <a:pt x="810082" y="1138986"/>
                  </a:lnTo>
                  <a:lnTo>
                    <a:pt x="809625" y="1140104"/>
                  </a:lnTo>
                  <a:lnTo>
                    <a:pt x="809625" y="1142733"/>
                  </a:lnTo>
                  <a:lnTo>
                    <a:pt x="810082" y="1143850"/>
                  </a:lnTo>
                  <a:lnTo>
                    <a:pt x="811949" y="1145717"/>
                  </a:lnTo>
                  <a:lnTo>
                    <a:pt x="813066" y="1146187"/>
                  </a:lnTo>
                  <a:lnTo>
                    <a:pt x="815695" y="1146187"/>
                  </a:lnTo>
                  <a:lnTo>
                    <a:pt x="816813" y="1145717"/>
                  </a:lnTo>
                  <a:lnTo>
                    <a:pt x="818680" y="1143850"/>
                  </a:lnTo>
                  <a:lnTo>
                    <a:pt x="819150" y="1142733"/>
                  </a:lnTo>
                  <a:lnTo>
                    <a:pt x="819150" y="1140104"/>
                  </a:lnTo>
                  <a:close/>
                </a:path>
                <a:path w="4248150" h="1146809">
                  <a:moveTo>
                    <a:pt x="819150" y="571779"/>
                  </a:moveTo>
                  <a:lnTo>
                    <a:pt x="818680" y="570661"/>
                  </a:lnTo>
                  <a:lnTo>
                    <a:pt x="816813" y="568794"/>
                  </a:lnTo>
                  <a:lnTo>
                    <a:pt x="815695" y="568325"/>
                  </a:lnTo>
                  <a:lnTo>
                    <a:pt x="813066" y="568325"/>
                  </a:lnTo>
                  <a:lnTo>
                    <a:pt x="811949" y="568794"/>
                  </a:lnTo>
                  <a:lnTo>
                    <a:pt x="810082" y="570661"/>
                  </a:lnTo>
                  <a:lnTo>
                    <a:pt x="809625" y="571779"/>
                  </a:lnTo>
                  <a:lnTo>
                    <a:pt x="809625" y="574408"/>
                  </a:lnTo>
                  <a:lnTo>
                    <a:pt x="810082" y="575525"/>
                  </a:lnTo>
                  <a:lnTo>
                    <a:pt x="811949" y="577392"/>
                  </a:lnTo>
                  <a:lnTo>
                    <a:pt x="813066" y="577850"/>
                  </a:lnTo>
                  <a:lnTo>
                    <a:pt x="815695" y="577850"/>
                  </a:lnTo>
                  <a:lnTo>
                    <a:pt x="816813" y="577392"/>
                  </a:lnTo>
                  <a:lnTo>
                    <a:pt x="818680" y="575525"/>
                  </a:lnTo>
                  <a:lnTo>
                    <a:pt x="819150" y="574408"/>
                  </a:lnTo>
                  <a:lnTo>
                    <a:pt x="819150" y="571779"/>
                  </a:lnTo>
                  <a:close/>
                </a:path>
                <a:path w="4248150" h="1146809">
                  <a:moveTo>
                    <a:pt x="819150" y="3454"/>
                  </a:moveTo>
                  <a:lnTo>
                    <a:pt x="818680" y="2336"/>
                  </a:lnTo>
                  <a:lnTo>
                    <a:pt x="816813" y="469"/>
                  </a:lnTo>
                  <a:lnTo>
                    <a:pt x="815695" y="0"/>
                  </a:lnTo>
                  <a:lnTo>
                    <a:pt x="813066" y="0"/>
                  </a:lnTo>
                  <a:lnTo>
                    <a:pt x="811949" y="469"/>
                  </a:lnTo>
                  <a:lnTo>
                    <a:pt x="810082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82" y="7200"/>
                  </a:lnTo>
                  <a:lnTo>
                    <a:pt x="811949" y="9067"/>
                  </a:lnTo>
                  <a:lnTo>
                    <a:pt x="813066" y="9525"/>
                  </a:lnTo>
                  <a:lnTo>
                    <a:pt x="815695" y="9525"/>
                  </a:lnTo>
                  <a:lnTo>
                    <a:pt x="816813" y="9067"/>
                  </a:lnTo>
                  <a:lnTo>
                    <a:pt x="818680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4248150" h="1146809">
                  <a:moveTo>
                    <a:pt x="866775" y="1140104"/>
                  </a:moveTo>
                  <a:lnTo>
                    <a:pt x="866305" y="1138986"/>
                  </a:lnTo>
                  <a:lnTo>
                    <a:pt x="864438" y="1137119"/>
                  </a:lnTo>
                  <a:lnTo>
                    <a:pt x="863320" y="1136662"/>
                  </a:lnTo>
                  <a:lnTo>
                    <a:pt x="860691" y="1136662"/>
                  </a:lnTo>
                  <a:lnTo>
                    <a:pt x="859574" y="1137119"/>
                  </a:lnTo>
                  <a:lnTo>
                    <a:pt x="857707" y="1138986"/>
                  </a:lnTo>
                  <a:lnTo>
                    <a:pt x="857250" y="1140104"/>
                  </a:lnTo>
                  <a:lnTo>
                    <a:pt x="857250" y="1142733"/>
                  </a:lnTo>
                  <a:lnTo>
                    <a:pt x="857707" y="1143850"/>
                  </a:lnTo>
                  <a:lnTo>
                    <a:pt x="859574" y="1145717"/>
                  </a:lnTo>
                  <a:lnTo>
                    <a:pt x="860691" y="1146187"/>
                  </a:lnTo>
                  <a:lnTo>
                    <a:pt x="863320" y="1146187"/>
                  </a:lnTo>
                  <a:lnTo>
                    <a:pt x="864438" y="1145717"/>
                  </a:lnTo>
                  <a:lnTo>
                    <a:pt x="866305" y="1143850"/>
                  </a:lnTo>
                  <a:lnTo>
                    <a:pt x="866775" y="1142733"/>
                  </a:lnTo>
                  <a:lnTo>
                    <a:pt x="866775" y="1140104"/>
                  </a:lnTo>
                  <a:close/>
                </a:path>
                <a:path w="4248150" h="1146809">
                  <a:moveTo>
                    <a:pt x="866775" y="571779"/>
                  </a:moveTo>
                  <a:lnTo>
                    <a:pt x="866305" y="570661"/>
                  </a:lnTo>
                  <a:lnTo>
                    <a:pt x="864438" y="568794"/>
                  </a:lnTo>
                  <a:lnTo>
                    <a:pt x="863320" y="568325"/>
                  </a:lnTo>
                  <a:lnTo>
                    <a:pt x="860691" y="568325"/>
                  </a:lnTo>
                  <a:lnTo>
                    <a:pt x="859574" y="568794"/>
                  </a:lnTo>
                  <a:lnTo>
                    <a:pt x="857707" y="570661"/>
                  </a:lnTo>
                  <a:lnTo>
                    <a:pt x="857250" y="571779"/>
                  </a:lnTo>
                  <a:lnTo>
                    <a:pt x="857250" y="574408"/>
                  </a:lnTo>
                  <a:lnTo>
                    <a:pt x="857707" y="575525"/>
                  </a:lnTo>
                  <a:lnTo>
                    <a:pt x="859574" y="577392"/>
                  </a:lnTo>
                  <a:lnTo>
                    <a:pt x="860691" y="577850"/>
                  </a:lnTo>
                  <a:lnTo>
                    <a:pt x="863320" y="577850"/>
                  </a:lnTo>
                  <a:lnTo>
                    <a:pt x="864438" y="577392"/>
                  </a:lnTo>
                  <a:lnTo>
                    <a:pt x="866305" y="575525"/>
                  </a:lnTo>
                  <a:lnTo>
                    <a:pt x="866775" y="574408"/>
                  </a:lnTo>
                  <a:lnTo>
                    <a:pt x="866775" y="571779"/>
                  </a:lnTo>
                  <a:close/>
                </a:path>
                <a:path w="4248150" h="1146809">
                  <a:moveTo>
                    <a:pt x="866775" y="3454"/>
                  </a:moveTo>
                  <a:lnTo>
                    <a:pt x="866305" y="2336"/>
                  </a:lnTo>
                  <a:lnTo>
                    <a:pt x="864438" y="469"/>
                  </a:lnTo>
                  <a:lnTo>
                    <a:pt x="863320" y="0"/>
                  </a:lnTo>
                  <a:lnTo>
                    <a:pt x="860691" y="0"/>
                  </a:lnTo>
                  <a:lnTo>
                    <a:pt x="859574" y="469"/>
                  </a:lnTo>
                  <a:lnTo>
                    <a:pt x="857707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07" y="7200"/>
                  </a:lnTo>
                  <a:lnTo>
                    <a:pt x="859574" y="9067"/>
                  </a:lnTo>
                  <a:lnTo>
                    <a:pt x="860691" y="9525"/>
                  </a:lnTo>
                  <a:lnTo>
                    <a:pt x="863320" y="9525"/>
                  </a:lnTo>
                  <a:lnTo>
                    <a:pt x="864438" y="9067"/>
                  </a:lnTo>
                  <a:lnTo>
                    <a:pt x="866305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4248150" h="1146809">
                  <a:moveTo>
                    <a:pt x="914400" y="1140104"/>
                  </a:moveTo>
                  <a:lnTo>
                    <a:pt x="913930" y="1138986"/>
                  </a:lnTo>
                  <a:lnTo>
                    <a:pt x="912063" y="1137119"/>
                  </a:lnTo>
                  <a:lnTo>
                    <a:pt x="910945" y="1136662"/>
                  </a:lnTo>
                  <a:lnTo>
                    <a:pt x="908316" y="1136662"/>
                  </a:lnTo>
                  <a:lnTo>
                    <a:pt x="907199" y="1137119"/>
                  </a:lnTo>
                  <a:lnTo>
                    <a:pt x="905332" y="1138986"/>
                  </a:lnTo>
                  <a:lnTo>
                    <a:pt x="904862" y="1140104"/>
                  </a:lnTo>
                  <a:lnTo>
                    <a:pt x="904862" y="1142733"/>
                  </a:lnTo>
                  <a:lnTo>
                    <a:pt x="905332" y="1143850"/>
                  </a:lnTo>
                  <a:lnTo>
                    <a:pt x="907199" y="1145717"/>
                  </a:lnTo>
                  <a:lnTo>
                    <a:pt x="908316" y="1146187"/>
                  </a:lnTo>
                  <a:lnTo>
                    <a:pt x="910945" y="1146187"/>
                  </a:lnTo>
                  <a:lnTo>
                    <a:pt x="912063" y="1145717"/>
                  </a:lnTo>
                  <a:lnTo>
                    <a:pt x="913930" y="1143850"/>
                  </a:lnTo>
                  <a:lnTo>
                    <a:pt x="914400" y="1142733"/>
                  </a:lnTo>
                  <a:lnTo>
                    <a:pt x="914400" y="1140104"/>
                  </a:lnTo>
                  <a:close/>
                </a:path>
                <a:path w="4248150" h="1146809">
                  <a:moveTo>
                    <a:pt x="914400" y="571779"/>
                  </a:moveTo>
                  <a:lnTo>
                    <a:pt x="913930" y="570661"/>
                  </a:lnTo>
                  <a:lnTo>
                    <a:pt x="912063" y="568794"/>
                  </a:lnTo>
                  <a:lnTo>
                    <a:pt x="910945" y="568325"/>
                  </a:lnTo>
                  <a:lnTo>
                    <a:pt x="908316" y="568325"/>
                  </a:lnTo>
                  <a:lnTo>
                    <a:pt x="907199" y="568794"/>
                  </a:lnTo>
                  <a:lnTo>
                    <a:pt x="905332" y="570661"/>
                  </a:lnTo>
                  <a:lnTo>
                    <a:pt x="904862" y="571779"/>
                  </a:lnTo>
                  <a:lnTo>
                    <a:pt x="904862" y="574408"/>
                  </a:lnTo>
                  <a:lnTo>
                    <a:pt x="905332" y="575525"/>
                  </a:lnTo>
                  <a:lnTo>
                    <a:pt x="907199" y="577392"/>
                  </a:lnTo>
                  <a:lnTo>
                    <a:pt x="908316" y="577850"/>
                  </a:lnTo>
                  <a:lnTo>
                    <a:pt x="910945" y="577850"/>
                  </a:lnTo>
                  <a:lnTo>
                    <a:pt x="912063" y="577392"/>
                  </a:lnTo>
                  <a:lnTo>
                    <a:pt x="913930" y="575525"/>
                  </a:lnTo>
                  <a:lnTo>
                    <a:pt x="914400" y="574408"/>
                  </a:lnTo>
                  <a:lnTo>
                    <a:pt x="914400" y="571779"/>
                  </a:lnTo>
                  <a:close/>
                </a:path>
                <a:path w="4248150" h="1146809">
                  <a:moveTo>
                    <a:pt x="914400" y="3454"/>
                  </a:moveTo>
                  <a:lnTo>
                    <a:pt x="913930" y="2336"/>
                  </a:lnTo>
                  <a:lnTo>
                    <a:pt x="912063" y="469"/>
                  </a:lnTo>
                  <a:lnTo>
                    <a:pt x="910945" y="0"/>
                  </a:lnTo>
                  <a:lnTo>
                    <a:pt x="908316" y="0"/>
                  </a:lnTo>
                  <a:lnTo>
                    <a:pt x="907199" y="469"/>
                  </a:lnTo>
                  <a:lnTo>
                    <a:pt x="905332" y="2336"/>
                  </a:lnTo>
                  <a:lnTo>
                    <a:pt x="904862" y="3454"/>
                  </a:lnTo>
                  <a:lnTo>
                    <a:pt x="904862" y="6083"/>
                  </a:lnTo>
                  <a:lnTo>
                    <a:pt x="905332" y="7200"/>
                  </a:lnTo>
                  <a:lnTo>
                    <a:pt x="907199" y="9067"/>
                  </a:lnTo>
                  <a:lnTo>
                    <a:pt x="908316" y="9525"/>
                  </a:lnTo>
                  <a:lnTo>
                    <a:pt x="910945" y="9525"/>
                  </a:lnTo>
                  <a:lnTo>
                    <a:pt x="912063" y="9067"/>
                  </a:lnTo>
                  <a:lnTo>
                    <a:pt x="913930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4248150" h="1146809">
                  <a:moveTo>
                    <a:pt x="962025" y="1140104"/>
                  </a:moveTo>
                  <a:lnTo>
                    <a:pt x="961555" y="1138986"/>
                  </a:lnTo>
                  <a:lnTo>
                    <a:pt x="959688" y="1137119"/>
                  </a:lnTo>
                  <a:lnTo>
                    <a:pt x="958570" y="1136662"/>
                  </a:lnTo>
                  <a:lnTo>
                    <a:pt x="955941" y="1136662"/>
                  </a:lnTo>
                  <a:lnTo>
                    <a:pt x="954824" y="1137119"/>
                  </a:lnTo>
                  <a:lnTo>
                    <a:pt x="952957" y="1138986"/>
                  </a:lnTo>
                  <a:lnTo>
                    <a:pt x="952487" y="1140104"/>
                  </a:lnTo>
                  <a:lnTo>
                    <a:pt x="952487" y="1142733"/>
                  </a:lnTo>
                  <a:lnTo>
                    <a:pt x="952957" y="1143850"/>
                  </a:lnTo>
                  <a:lnTo>
                    <a:pt x="954824" y="1145717"/>
                  </a:lnTo>
                  <a:lnTo>
                    <a:pt x="955941" y="1146187"/>
                  </a:lnTo>
                  <a:lnTo>
                    <a:pt x="958570" y="1146187"/>
                  </a:lnTo>
                  <a:lnTo>
                    <a:pt x="959688" y="1145717"/>
                  </a:lnTo>
                  <a:lnTo>
                    <a:pt x="961555" y="1143850"/>
                  </a:lnTo>
                  <a:lnTo>
                    <a:pt x="962025" y="1142733"/>
                  </a:lnTo>
                  <a:lnTo>
                    <a:pt x="962025" y="1140104"/>
                  </a:lnTo>
                  <a:close/>
                </a:path>
                <a:path w="4248150" h="1146809">
                  <a:moveTo>
                    <a:pt x="962025" y="571779"/>
                  </a:moveTo>
                  <a:lnTo>
                    <a:pt x="961555" y="570661"/>
                  </a:lnTo>
                  <a:lnTo>
                    <a:pt x="959688" y="568794"/>
                  </a:lnTo>
                  <a:lnTo>
                    <a:pt x="958570" y="568325"/>
                  </a:lnTo>
                  <a:lnTo>
                    <a:pt x="955941" y="568325"/>
                  </a:lnTo>
                  <a:lnTo>
                    <a:pt x="954824" y="568794"/>
                  </a:lnTo>
                  <a:lnTo>
                    <a:pt x="952957" y="570661"/>
                  </a:lnTo>
                  <a:lnTo>
                    <a:pt x="952487" y="571779"/>
                  </a:lnTo>
                  <a:lnTo>
                    <a:pt x="952487" y="574408"/>
                  </a:lnTo>
                  <a:lnTo>
                    <a:pt x="952957" y="575525"/>
                  </a:lnTo>
                  <a:lnTo>
                    <a:pt x="954824" y="577392"/>
                  </a:lnTo>
                  <a:lnTo>
                    <a:pt x="955941" y="577850"/>
                  </a:lnTo>
                  <a:lnTo>
                    <a:pt x="958570" y="577850"/>
                  </a:lnTo>
                  <a:lnTo>
                    <a:pt x="959688" y="577392"/>
                  </a:lnTo>
                  <a:lnTo>
                    <a:pt x="961555" y="575525"/>
                  </a:lnTo>
                  <a:lnTo>
                    <a:pt x="962025" y="574408"/>
                  </a:lnTo>
                  <a:lnTo>
                    <a:pt x="962025" y="571779"/>
                  </a:lnTo>
                  <a:close/>
                </a:path>
                <a:path w="4248150" h="1146809">
                  <a:moveTo>
                    <a:pt x="962025" y="3454"/>
                  </a:moveTo>
                  <a:lnTo>
                    <a:pt x="961555" y="2336"/>
                  </a:lnTo>
                  <a:lnTo>
                    <a:pt x="959688" y="469"/>
                  </a:lnTo>
                  <a:lnTo>
                    <a:pt x="958570" y="0"/>
                  </a:lnTo>
                  <a:lnTo>
                    <a:pt x="955941" y="0"/>
                  </a:lnTo>
                  <a:lnTo>
                    <a:pt x="954824" y="469"/>
                  </a:lnTo>
                  <a:lnTo>
                    <a:pt x="952957" y="2336"/>
                  </a:lnTo>
                  <a:lnTo>
                    <a:pt x="952487" y="3454"/>
                  </a:lnTo>
                  <a:lnTo>
                    <a:pt x="952487" y="6083"/>
                  </a:lnTo>
                  <a:lnTo>
                    <a:pt x="952957" y="7200"/>
                  </a:lnTo>
                  <a:lnTo>
                    <a:pt x="954824" y="9067"/>
                  </a:lnTo>
                  <a:lnTo>
                    <a:pt x="955941" y="9525"/>
                  </a:lnTo>
                  <a:lnTo>
                    <a:pt x="958570" y="9525"/>
                  </a:lnTo>
                  <a:lnTo>
                    <a:pt x="959688" y="9067"/>
                  </a:lnTo>
                  <a:lnTo>
                    <a:pt x="961555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4248150" h="1146809">
                  <a:moveTo>
                    <a:pt x="1009650" y="1140104"/>
                  </a:moveTo>
                  <a:lnTo>
                    <a:pt x="1009180" y="1138986"/>
                  </a:lnTo>
                  <a:lnTo>
                    <a:pt x="1007313" y="1137119"/>
                  </a:lnTo>
                  <a:lnTo>
                    <a:pt x="1006195" y="1136662"/>
                  </a:lnTo>
                  <a:lnTo>
                    <a:pt x="1003566" y="1136662"/>
                  </a:lnTo>
                  <a:lnTo>
                    <a:pt x="1002449" y="1137119"/>
                  </a:lnTo>
                  <a:lnTo>
                    <a:pt x="1000582" y="1138986"/>
                  </a:lnTo>
                  <a:lnTo>
                    <a:pt x="1000125" y="1140104"/>
                  </a:lnTo>
                  <a:lnTo>
                    <a:pt x="1000125" y="1142733"/>
                  </a:lnTo>
                  <a:lnTo>
                    <a:pt x="1000582" y="1143850"/>
                  </a:lnTo>
                  <a:lnTo>
                    <a:pt x="1002449" y="1145717"/>
                  </a:lnTo>
                  <a:lnTo>
                    <a:pt x="1003566" y="1146187"/>
                  </a:lnTo>
                  <a:lnTo>
                    <a:pt x="1006195" y="1146187"/>
                  </a:lnTo>
                  <a:lnTo>
                    <a:pt x="1007313" y="1145717"/>
                  </a:lnTo>
                  <a:lnTo>
                    <a:pt x="1009180" y="1143850"/>
                  </a:lnTo>
                  <a:lnTo>
                    <a:pt x="1009650" y="1142733"/>
                  </a:lnTo>
                  <a:lnTo>
                    <a:pt x="1009650" y="1140104"/>
                  </a:lnTo>
                  <a:close/>
                </a:path>
                <a:path w="4248150" h="1146809">
                  <a:moveTo>
                    <a:pt x="1009650" y="571779"/>
                  </a:moveTo>
                  <a:lnTo>
                    <a:pt x="1009180" y="570661"/>
                  </a:lnTo>
                  <a:lnTo>
                    <a:pt x="1007313" y="568794"/>
                  </a:lnTo>
                  <a:lnTo>
                    <a:pt x="1006195" y="568325"/>
                  </a:lnTo>
                  <a:lnTo>
                    <a:pt x="1003566" y="568325"/>
                  </a:lnTo>
                  <a:lnTo>
                    <a:pt x="1002449" y="568794"/>
                  </a:lnTo>
                  <a:lnTo>
                    <a:pt x="1000582" y="570661"/>
                  </a:lnTo>
                  <a:lnTo>
                    <a:pt x="1000125" y="571779"/>
                  </a:lnTo>
                  <a:lnTo>
                    <a:pt x="1000125" y="574408"/>
                  </a:lnTo>
                  <a:lnTo>
                    <a:pt x="1000582" y="575525"/>
                  </a:lnTo>
                  <a:lnTo>
                    <a:pt x="1002449" y="577392"/>
                  </a:lnTo>
                  <a:lnTo>
                    <a:pt x="1003566" y="577850"/>
                  </a:lnTo>
                  <a:lnTo>
                    <a:pt x="1006195" y="577850"/>
                  </a:lnTo>
                  <a:lnTo>
                    <a:pt x="1007313" y="577392"/>
                  </a:lnTo>
                  <a:lnTo>
                    <a:pt x="1009180" y="575525"/>
                  </a:lnTo>
                  <a:lnTo>
                    <a:pt x="1009650" y="574408"/>
                  </a:lnTo>
                  <a:lnTo>
                    <a:pt x="1009650" y="571779"/>
                  </a:lnTo>
                  <a:close/>
                </a:path>
                <a:path w="4248150" h="1146809">
                  <a:moveTo>
                    <a:pt x="1009650" y="3454"/>
                  </a:moveTo>
                  <a:lnTo>
                    <a:pt x="1009180" y="2336"/>
                  </a:lnTo>
                  <a:lnTo>
                    <a:pt x="1007313" y="469"/>
                  </a:lnTo>
                  <a:lnTo>
                    <a:pt x="1006195" y="0"/>
                  </a:lnTo>
                  <a:lnTo>
                    <a:pt x="1003566" y="0"/>
                  </a:lnTo>
                  <a:lnTo>
                    <a:pt x="1002449" y="469"/>
                  </a:lnTo>
                  <a:lnTo>
                    <a:pt x="1000582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82" y="7200"/>
                  </a:lnTo>
                  <a:lnTo>
                    <a:pt x="1002449" y="9067"/>
                  </a:lnTo>
                  <a:lnTo>
                    <a:pt x="1003566" y="9525"/>
                  </a:lnTo>
                  <a:lnTo>
                    <a:pt x="1006195" y="9525"/>
                  </a:lnTo>
                  <a:lnTo>
                    <a:pt x="1007313" y="9067"/>
                  </a:lnTo>
                  <a:lnTo>
                    <a:pt x="1009180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4248150" h="1146809">
                  <a:moveTo>
                    <a:pt x="1057275" y="1140104"/>
                  </a:moveTo>
                  <a:lnTo>
                    <a:pt x="1056805" y="1138986"/>
                  </a:lnTo>
                  <a:lnTo>
                    <a:pt x="1054938" y="1137119"/>
                  </a:lnTo>
                  <a:lnTo>
                    <a:pt x="1053820" y="1136662"/>
                  </a:lnTo>
                  <a:lnTo>
                    <a:pt x="1051191" y="1136662"/>
                  </a:lnTo>
                  <a:lnTo>
                    <a:pt x="1050074" y="1137119"/>
                  </a:lnTo>
                  <a:lnTo>
                    <a:pt x="1048207" y="1138986"/>
                  </a:lnTo>
                  <a:lnTo>
                    <a:pt x="1047750" y="1140104"/>
                  </a:lnTo>
                  <a:lnTo>
                    <a:pt x="1047750" y="1142733"/>
                  </a:lnTo>
                  <a:lnTo>
                    <a:pt x="1048207" y="1143850"/>
                  </a:lnTo>
                  <a:lnTo>
                    <a:pt x="1050074" y="1145717"/>
                  </a:lnTo>
                  <a:lnTo>
                    <a:pt x="1051191" y="1146187"/>
                  </a:lnTo>
                  <a:lnTo>
                    <a:pt x="1053820" y="1146187"/>
                  </a:lnTo>
                  <a:lnTo>
                    <a:pt x="1054938" y="1145717"/>
                  </a:lnTo>
                  <a:lnTo>
                    <a:pt x="1056805" y="1143850"/>
                  </a:lnTo>
                  <a:lnTo>
                    <a:pt x="1057275" y="1142733"/>
                  </a:lnTo>
                  <a:lnTo>
                    <a:pt x="1057275" y="1140104"/>
                  </a:lnTo>
                  <a:close/>
                </a:path>
                <a:path w="4248150" h="1146809">
                  <a:moveTo>
                    <a:pt x="1057275" y="571779"/>
                  </a:moveTo>
                  <a:lnTo>
                    <a:pt x="1056805" y="570661"/>
                  </a:lnTo>
                  <a:lnTo>
                    <a:pt x="1054938" y="568794"/>
                  </a:lnTo>
                  <a:lnTo>
                    <a:pt x="1053820" y="568325"/>
                  </a:lnTo>
                  <a:lnTo>
                    <a:pt x="1051191" y="568325"/>
                  </a:lnTo>
                  <a:lnTo>
                    <a:pt x="1050074" y="568794"/>
                  </a:lnTo>
                  <a:lnTo>
                    <a:pt x="1048207" y="570661"/>
                  </a:lnTo>
                  <a:lnTo>
                    <a:pt x="1047750" y="571779"/>
                  </a:lnTo>
                  <a:lnTo>
                    <a:pt x="1047750" y="574408"/>
                  </a:lnTo>
                  <a:lnTo>
                    <a:pt x="1048207" y="575525"/>
                  </a:lnTo>
                  <a:lnTo>
                    <a:pt x="1050074" y="577392"/>
                  </a:lnTo>
                  <a:lnTo>
                    <a:pt x="1051191" y="577850"/>
                  </a:lnTo>
                  <a:lnTo>
                    <a:pt x="1053820" y="577850"/>
                  </a:lnTo>
                  <a:lnTo>
                    <a:pt x="1054938" y="577392"/>
                  </a:lnTo>
                  <a:lnTo>
                    <a:pt x="1056805" y="575525"/>
                  </a:lnTo>
                  <a:lnTo>
                    <a:pt x="1057275" y="574408"/>
                  </a:lnTo>
                  <a:lnTo>
                    <a:pt x="1057275" y="571779"/>
                  </a:lnTo>
                  <a:close/>
                </a:path>
                <a:path w="4248150" h="1146809">
                  <a:moveTo>
                    <a:pt x="1057275" y="3454"/>
                  </a:moveTo>
                  <a:lnTo>
                    <a:pt x="1056805" y="2336"/>
                  </a:lnTo>
                  <a:lnTo>
                    <a:pt x="1054938" y="469"/>
                  </a:lnTo>
                  <a:lnTo>
                    <a:pt x="1053820" y="0"/>
                  </a:lnTo>
                  <a:lnTo>
                    <a:pt x="1051191" y="0"/>
                  </a:lnTo>
                  <a:lnTo>
                    <a:pt x="1050074" y="469"/>
                  </a:lnTo>
                  <a:lnTo>
                    <a:pt x="1048207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07" y="7200"/>
                  </a:lnTo>
                  <a:lnTo>
                    <a:pt x="1050074" y="9067"/>
                  </a:lnTo>
                  <a:lnTo>
                    <a:pt x="1051191" y="9525"/>
                  </a:lnTo>
                  <a:lnTo>
                    <a:pt x="1053820" y="9525"/>
                  </a:lnTo>
                  <a:lnTo>
                    <a:pt x="1054938" y="9067"/>
                  </a:lnTo>
                  <a:lnTo>
                    <a:pt x="1056805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4248150" h="1146809">
                  <a:moveTo>
                    <a:pt x="1104887" y="1140104"/>
                  </a:moveTo>
                  <a:lnTo>
                    <a:pt x="1104430" y="1138986"/>
                  </a:lnTo>
                  <a:lnTo>
                    <a:pt x="1102563" y="1137119"/>
                  </a:lnTo>
                  <a:lnTo>
                    <a:pt x="1101445" y="1136662"/>
                  </a:lnTo>
                  <a:lnTo>
                    <a:pt x="1098816" y="1136662"/>
                  </a:lnTo>
                  <a:lnTo>
                    <a:pt x="1097699" y="1137119"/>
                  </a:lnTo>
                  <a:lnTo>
                    <a:pt x="1095832" y="1138986"/>
                  </a:lnTo>
                  <a:lnTo>
                    <a:pt x="1095375" y="1140104"/>
                  </a:lnTo>
                  <a:lnTo>
                    <a:pt x="1095375" y="1142733"/>
                  </a:lnTo>
                  <a:lnTo>
                    <a:pt x="1095832" y="1143850"/>
                  </a:lnTo>
                  <a:lnTo>
                    <a:pt x="1097699" y="1145717"/>
                  </a:lnTo>
                  <a:lnTo>
                    <a:pt x="1098816" y="1146187"/>
                  </a:lnTo>
                  <a:lnTo>
                    <a:pt x="1101445" y="1146187"/>
                  </a:lnTo>
                  <a:lnTo>
                    <a:pt x="1102563" y="1145717"/>
                  </a:lnTo>
                  <a:lnTo>
                    <a:pt x="1104430" y="1143850"/>
                  </a:lnTo>
                  <a:lnTo>
                    <a:pt x="1104887" y="1142733"/>
                  </a:lnTo>
                  <a:lnTo>
                    <a:pt x="1104887" y="1140104"/>
                  </a:lnTo>
                  <a:close/>
                </a:path>
                <a:path w="4248150" h="1146809">
                  <a:moveTo>
                    <a:pt x="1104887" y="571779"/>
                  </a:moveTo>
                  <a:lnTo>
                    <a:pt x="1104430" y="570661"/>
                  </a:lnTo>
                  <a:lnTo>
                    <a:pt x="1102563" y="568794"/>
                  </a:lnTo>
                  <a:lnTo>
                    <a:pt x="1101445" y="568325"/>
                  </a:lnTo>
                  <a:lnTo>
                    <a:pt x="1098816" y="568325"/>
                  </a:lnTo>
                  <a:lnTo>
                    <a:pt x="1097699" y="568794"/>
                  </a:lnTo>
                  <a:lnTo>
                    <a:pt x="1095832" y="570661"/>
                  </a:lnTo>
                  <a:lnTo>
                    <a:pt x="1095375" y="571779"/>
                  </a:lnTo>
                  <a:lnTo>
                    <a:pt x="1095375" y="574408"/>
                  </a:lnTo>
                  <a:lnTo>
                    <a:pt x="1095832" y="575525"/>
                  </a:lnTo>
                  <a:lnTo>
                    <a:pt x="1097699" y="577392"/>
                  </a:lnTo>
                  <a:lnTo>
                    <a:pt x="1098816" y="577850"/>
                  </a:lnTo>
                  <a:lnTo>
                    <a:pt x="1101445" y="577850"/>
                  </a:lnTo>
                  <a:lnTo>
                    <a:pt x="1102563" y="577392"/>
                  </a:lnTo>
                  <a:lnTo>
                    <a:pt x="1104430" y="575525"/>
                  </a:lnTo>
                  <a:lnTo>
                    <a:pt x="1104887" y="574408"/>
                  </a:lnTo>
                  <a:lnTo>
                    <a:pt x="1104887" y="571779"/>
                  </a:lnTo>
                  <a:close/>
                </a:path>
                <a:path w="4248150" h="1146809">
                  <a:moveTo>
                    <a:pt x="1104887" y="3454"/>
                  </a:moveTo>
                  <a:lnTo>
                    <a:pt x="1104430" y="2336"/>
                  </a:lnTo>
                  <a:lnTo>
                    <a:pt x="1102563" y="469"/>
                  </a:lnTo>
                  <a:lnTo>
                    <a:pt x="1101445" y="0"/>
                  </a:lnTo>
                  <a:lnTo>
                    <a:pt x="1098816" y="0"/>
                  </a:lnTo>
                  <a:lnTo>
                    <a:pt x="1097699" y="469"/>
                  </a:lnTo>
                  <a:lnTo>
                    <a:pt x="1095832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32" y="7200"/>
                  </a:lnTo>
                  <a:lnTo>
                    <a:pt x="1097699" y="9067"/>
                  </a:lnTo>
                  <a:lnTo>
                    <a:pt x="1098816" y="9525"/>
                  </a:lnTo>
                  <a:lnTo>
                    <a:pt x="1101445" y="9525"/>
                  </a:lnTo>
                  <a:lnTo>
                    <a:pt x="1102563" y="9067"/>
                  </a:lnTo>
                  <a:lnTo>
                    <a:pt x="1104430" y="7200"/>
                  </a:lnTo>
                  <a:lnTo>
                    <a:pt x="1104887" y="6083"/>
                  </a:lnTo>
                  <a:lnTo>
                    <a:pt x="1104887" y="3454"/>
                  </a:lnTo>
                  <a:close/>
                </a:path>
                <a:path w="4248150" h="1146809">
                  <a:moveTo>
                    <a:pt x="1152512" y="1140104"/>
                  </a:moveTo>
                  <a:lnTo>
                    <a:pt x="1152055" y="1138986"/>
                  </a:lnTo>
                  <a:lnTo>
                    <a:pt x="1150188" y="1137119"/>
                  </a:lnTo>
                  <a:lnTo>
                    <a:pt x="1149070" y="1136662"/>
                  </a:lnTo>
                  <a:lnTo>
                    <a:pt x="1146441" y="1136662"/>
                  </a:lnTo>
                  <a:lnTo>
                    <a:pt x="1145324" y="1137119"/>
                  </a:lnTo>
                  <a:lnTo>
                    <a:pt x="1143457" y="1138986"/>
                  </a:lnTo>
                  <a:lnTo>
                    <a:pt x="1142987" y="1140104"/>
                  </a:lnTo>
                  <a:lnTo>
                    <a:pt x="1142987" y="1142733"/>
                  </a:lnTo>
                  <a:lnTo>
                    <a:pt x="1143457" y="1143850"/>
                  </a:lnTo>
                  <a:lnTo>
                    <a:pt x="1145324" y="1145717"/>
                  </a:lnTo>
                  <a:lnTo>
                    <a:pt x="1146441" y="1146187"/>
                  </a:lnTo>
                  <a:lnTo>
                    <a:pt x="1149070" y="1146187"/>
                  </a:lnTo>
                  <a:lnTo>
                    <a:pt x="1150188" y="1145717"/>
                  </a:lnTo>
                  <a:lnTo>
                    <a:pt x="1152055" y="1143850"/>
                  </a:lnTo>
                  <a:lnTo>
                    <a:pt x="1152512" y="1142733"/>
                  </a:lnTo>
                  <a:lnTo>
                    <a:pt x="1152512" y="1140104"/>
                  </a:lnTo>
                  <a:close/>
                </a:path>
                <a:path w="4248150" h="1146809">
                  <a:moveTo>
                    <a:pt x="1152512" y="571779"/>
                  </a:moveTo>
                  <a:lnTo>
                    <a:pt x="1152055" y="570661"/>
                  </a:lnTo>
                  <a:lnTo>
                    <a:pt x="1150188" y="568794"/>
                  </a:lnTo>
                  <a:lnTo>
                    <a:pt x="1149070" y="568325"/>
                  </a:lnTo>
                  <a:lnTo>
                    <a:pt x="1146441" y="568325"/>
                  </a:lnTo>
                  <a:lnTo>
                    <a:pt x="1145324" y="568794"/>
                  </a:lnTo>
                  <a:lnTo>
                    <a:pt x="1143457" y="570661"/>
                  </a:lnTo>
                  <a:lnTo>
                    <a:pt x="1142987" y="571779"/>
                  </a:lnTo>
                  <a:lnTo>
                    <a:pt x="1142987" y="574408"/>
                  </a:lnTo>
                  <a:lnTo>
                    <a:pt x="1143457" y="575525"/>
                  </a:lnTo>
                  <a:lnTo>
                    <a:pt x="1145324" y="577392"/>
                  </a:lnTo>
                  <a:lnTo>
                    <a:pt x="1146441" y="577850"/>
                  </a:lnTo>
                  <a:lnTo>
                    <a:pt x="1149070" y="577850"/>
                  </a:lnTo>
                  <a:lnTo>
                    <a:pt x="1150188" y="577392"/>
                  </a:lnTo>
                  <a:lnTo>
                    <a:pt x="1152055" y="575525"/>
                  </a:lnTo>
                  <a:lnTo>
                    <a:pt x="1152512" y="574408"/>
                  </a:lnTo>
                  <a:lnTo>
                    <a:pt x="1152512" y="571779"/>
                  </a:lnTo>
                  <a:close/>
                </a:path>
                <a:path w="4248150" h="1146809">
                  <a:moveTo>
                    <a:pt x="1152512" y="3454"/>
                  </a:moveTo>
                  <a:lnTo>
                    <a:pt x="1152055" y="2336"/>
                  </a:lnTo>
                  <a:lnTo>
                    <a:pt x="1150188" y="469"/>
                  </a:lnTo>
                  <a:lnTo>
                    <a:pt x="1149070" y="0"/>
                  </a:lnTo>
                  <a:lnTo>
                    <a:pt x="1146441" y="0"/>
                  </a:lnTo>
                  <a:lnTo>
                    <a:pt x="1145324" y="469"/>
                  </a:lnTo>
                  <a:lnTo>
                    <a:pt x="1143457" y="2336"/>
                  </a:lnTo>
                  <a:lnTo>
                    <a:pt x="1142987" y="3454"/>
                  </a:lnTo>
                  <a:lnTo>
                    <a:pt x="1142987" y="6083"/>
                  </a:lnTo>
                  <a:lnTo>
                    <a:pt x="1143457" y="7200"/>
                  </a:lnTo>
                  <a:lnTo>
                    <a:pt x="1145324" y="9067"/>
                  </a:lnTo>
                  <a:lnTo>
                    <a:pt x="1146441" y="9525"/>
                  </a:lnTo>
                  <a:lnTo>
                    <a:pt x="1149070" y="9525"/>
                  </a:lnTo>
                  <a:lnTo>
                    <a:pt x="1150188" y="9067"/>
                  </a:lnTo>
                  <a:lnTo>
                    <a:pt x="1152055" y="7200"/>
                  </a:lnTo>
                  <a:lnTo>
                    <a:pt x="1152512" y="6083"/>
                  </a:lnTo>
                  <a:lnTo>
                    <a:pt x="1152512" y="3454"/>
                  </a:lnTo>
                  <a:close/>
                </a:path>
                <a:path w="4248150" h="1146809">
                  <a:moveTo>
                    <a:pt x="1200150" y="1140104"/>
                  </a:moveTo>
                  <a:lnTo>
                    <a:pt x="1199680" y="1138986"/>
                  </a:lnTo>
                  <a:lnTo>
                    <a:pt x="1197813" y="1137119"/>
                  </a:lnTo>
                  <a:lnTo>
                    <a:pt x="1196695" y="1136662"/>
                  </a:lnTo>
                  <a:lnTo>
                    <a:pt x="1194066" y="1136662"/>
                  </a:lnTo>
                  <a:lnTo>
                    <a:pt x="1192949" y="1137119"/>
                  </a:lnTo>
                  <a:lnTo>
                    <a:pt x="1191082" y="1138986"/>
                  </a:lnTo>
                  <a:lnTo>
                    <a:pt x="1190625" y="1140104"/>
                  </a:lnTo>
                  <a:lnTo>
                    <a:pt x="1190625" y="1142733"/>
                  </a:lnTo>
                  <a:lnTo>
                    <a:pt x="1191082" y="1143850"/>
                  </a:lnTo>
                  <a:lnTo>
                    <a:pt x="1192949" y="1145717"/>
                  </a:lnTo>
                  <a:lnTo>
                    <a:pt x="1194066" y="1146187"/>
                  </a:lnTo>
                  <a:lnTo>
                    <a:pt x="1196695" y="1146187"/>
                  </a:lnTo>
                  <a:lnTo>
                    <a:pt x="1197813" y="1145717"/>
                  </a:lnTo>
                  <a:lnTo>
                    <a:pt x="1199680" y="1143850"/>
                  </a:lnTo>
                  <a:lnTo>
                    <a:pt x="1200150" y="1142733"/>
                  </a:lnTo>
                  <a:lnTo>
                    <a:pt x="1200150" y="1140104"/>
                  </a:lnTo>
                  <a:close/>
                </a:path>
                <a:path w="4248150" h="1146809">
                  <a:moveTo>
                    <a:pt x="1200150" y="571779"/>
                  </a:moveTo>
                  <a:lnTo>
                    <a:pt x="1199680" y="570661"/>
                  </a:lnTo>
                  <a:lnTo>
                    <a:pt x="1197813" y="568794"/>
                  </a:lnTo>
                  <a:lnTo>
                    <a:pt x="1196695" y="568325"/>
                  </a:lnTo>
                  <a:lnTo>
                    <a:pt x="1194066" y="568325"/>
                  </a:lnTo>
                  <a:lnTo>
                    <a:pt x="1192949" y="568794"/>
                  </a:lnTo>
                  <a:lnTo>
                    <a:pt x="1191082" y="570661"/>
                  </a:lnTo>
                  <a:lnTo>
                    <a:pt x="1190625" y="571779"/>
                  </a:lnTo>
                  <a:lnTo>
                    <a:pt x="1190625" y="574408"/>
                  </a:lnTo>
                  <a:lnTo>
                    <a:pt x="1191082" y="575525"/>
                  </a:lnTo>
                  <a:lnTo>
                    <a:pt x="1192949" y="577392"/>
                  </a:lnTo>
                  <a:lnTo>
                    <a:pt x="1194066" y="577850"/>
                  </a:lnTo>
                  <a:lnTo>
                    <a:pt x="1196695" y="577850"/>
                  </a:lnTo>
                  <a:lnTo>
                    <a:pt x="1197813" y="577392"/>
                  </a:lnTo>
                  <a:lnTo>
                    <a:pt x="1199680" y="575525"/>
                  </a:lnTo>
                  <a:lnTo>
                    <a:pt x="1200150" y="574408"/>
                  </a:lnTo>
                  <a:lnTo>
                    <a:pt x="1200150" y="571779"/>
                  </a:lnTo>
                  <a:close/>
                </a:path>
                <a:path w="4248150" h="1146809">
                  <a:moveTo>
                    <a:pt x="1200150" y="3454"/>
                  </a:moveTo>
                  <a:lnTo>
                    <a:pt x="1199680" y="2336"/>
                  </a:lnTo>
                  <a:lnTo>
                    <a:pt x="1197813" y="469"/>
                  </a:lnTo>
                  <a:lnTo>
                    <a:pt x="1196695" y="0"/>
                  </a:lnTo>
                  <a:lnTo>
                    <a:pt x="1194066" y="0"/>
                  </a:lnTo>
                  <a:lnTo>
                    <a:pt x="1192949" y="469"/>
                  </a:lnTo>
                  <a:lnTo>
                    <a:pt x="1191082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82" y="7200"/>
                  </a:lnTo>
                  <a:lnTo>
                    <a:pt x="1192949" y="9067"/>
                  </a:lnTo>
                  <a:lnTo>
                    <a:pt x="1194066" y="9525"/>
                  </a:lnTo>
                  <a:lnTo>
                    <a:pt x="1196695" y="9525"/>
                  </a:lnTo>
                  <a:lnTo>
                    <a:pt x="1197813" y="9067"/>
                  </a:lnTo>
                  <a:lnTo>
                    <a:pt x="1199680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4248150" h="1146809">
                  <a:moveTo>
                    <a:pt x="1247775" y="1140104"/>
                  </a:moveTo>
                  <a:lnTo>
                    <a:pt x="1247305" y="1138986"/>
                  </a:lnTo>
                  <a:lnTo>
                    <a:pt x="1245438" y="1137119"/>
                  </a:lnTo>
                  <a:lnTo>
                    <a:pt x="1244320" y="1136662"/>
                  </a:lnTo>
                  <a:lnTo>
                    <a:pt x="1241691" y="1136662"/>
                  </a:lnTo>
                  <a:lnTo>
                    <a:pt x="1240574" y="1137119"/>
                  </a:lnTo>
                  <a:lnTo>
                    <a:pt x="1238707" y="1138986"/>
                  </a:lnTo>
                  <a:lnTo>
                    <a:pt x="1238250" y="1140104"/>
                  </a:lnTo>
                  <a:lnTo>
                    <a:pt x="1238250" y="1142733"/>
                  </a:lnTo>
                  <a:lnTo>
                    <a:pt x="1238707" y="1143850"/>
                  </a:lnTo>
                  <a:lnTo>
                    <a:pt x="1240574" y="1145717"/>
                  </a:lnTo>
                  <a:lnTo>
                    <a:pt x="1241691" y="1146187"/>
                  </a:lnTo>
                  <a:lnTo>
                    <a:pt x="1244320" y="1146187"/>
                  </a:lnTo>
                  <a:lnTo>
                    <a:pt x="1245438" y="1145717"/>
                  </a:lnTo>
                  <a:lnTo>
                    <a:pt x="1247305" y="1143850"/>
                  </a:lnTo>
                  <a:lnTo>
                    <a:pt x="1247775" y="1142733"/>
                  </a:lnTo>
                  <a:lnTo>
                    <a:pt x="1247775" y="1140104"/>
                  </a:lnTo>
                  <a:close/>
                </a:path>
                <a:path w="4248150" h="1146809">
                  <a:moveTo>
                    <a:pt x="1247775" y="571779"/>
                  </a:moveTo>
                  <a:lnTo>
                    <a:pt x="1247305" y="570661"/>
                  </a:lnTo>
                  <a:lnTo>
                    <a:pt x="1245438" y="568794"/>
                  </a:lnTo>
                  <a:lnTo>
                    <a:pt x="1244320" y="568325"/>
                  </a:lnTo>
                  <a:lnTo>
                    <a:pt x="1241691" y="568325"/>
                  </a:lnTo>
                  <a:lnTo>
                    <a:pt x="1240574" y="568794"/>
                  </a:lnTo>
                  <a:lnTo>
                    <a:pt x="1238707" y="570661"/>
                  </a:lnTo>
                  <a:lnTo>
                    <a:pt x="1238250" y="571779"/>
                  </a:lnTo>
                  <a:lnTo>
                    <a:pt x="1238250" y="574408"/>
                  </a:lnTo>
                  <a:lnTo>
                    <a:pt x="1238707" y="575525"/>
                  </a:lnTo>
                  <a:lnTo>
                    <a:pt x="1240574" y="577392"/>
                  </a:lnTo>
                  <a:lnTo>
                    <a:pt x="1241691" y="577850"/>
                  </a:lnTo>
                  <a:lnTo>
                    <a:pt x="1244320" y="577850"/>
                  </a:lnTo>
                  <a:lnTo>
                    <a:pt x="1245438" y="577392"/>
                  </a:lnTo>
                  <a:lnTo>
                    <a:pt x="1247305" y="575525"/>
                  </a:lnTo>
                  <a:lnTo>
                    <a:pt x="1247775" y="574408"/>
                  </a:lnTo>
                  <a:lnTo>
                    <a:pt x="1247775" y="571779"/>
                  </a:lnTo>
                  <a:close/>
                </a:path>
                <a:path w="4248150" h="1146809">
                  <a:moveTo>
                    <a:pt x="1247775" y="3454"/>
                  </a:moveTo>
                  <a:lnTo>
                    <a:pt x="1247305" y="2336"/>
                  </a:lnTo>
                  <a:lnTo>
                    <a:pt x="1245438" y="469"/>
                  </a:lnTo>
                  <a:lnTo>
                    <a:pt x="1244320" y="0"/>
                  </a:lnTo>
                  <a:lnTo>
                    <a:pt x="1241691" y="0"/>
                  </a:lnTo>
                  <a:lnTo>
                    <a:pt x="1240574" y="469"/>
                  </a:lnTo>
                  <a:lnTo>
                    <a:pt x="1238707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07" y="7200"/>
                  </a:lnTo>
                  <a:lnTo>
                    <a:pt x="1240574" y="9067"/>
                  </a:lnTo>
                  <a:lnTo>
                    <a:pt x="1241691" y="9525"/>
                  </a:lnTo>
                  <a:lnTo>
                    <a:pt x="1244320" y="9525"/>
                  </a:lnTo>
                  <a:lnTo>
                    <a:pt x="1245438" y="9067"/>
                  </a:lnTo>
                  <a:lnTo>
                    <a:pt x="1247305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4248150" h="1146809">
                  <a:moveTo>
                    <a:pt x="1295400" y="1140104"/>
                  </a:moveTo>
                  <a:lnTo>
                    <a:pt x="1294930" y="1138986"/>
                  </a:lnTo>
                  <a:lnTo>
                    <a:pt x="1293063" y="1137119"/>
                  </a:lnTo>
                  <a:lnTo>
                    <a:pt x="1291945" y="1136662"/>
                  </a:lnTo>
                  <a:lnTo>
                    <a:pt x="1289316" y="1136662"/>
                  </a:lnTo>
                  <a:lnTo>
                    <a:pt x="1288199" y="1137119"/>
                  </a:lnTo>
                  <a:lnTo>
                    <a:pt x="1286332" y="1138986"/>
                  </a:lnTo>
                  <a:lnTo>
                    <a:pt x="1285875" y="1140104"/>
                  </a:lnTo>
                  <a:lnTo>
                    <a:pt x="1285875" y="1142733"/>
                  </a:lnTo>
                  <a:lnTo>
                    <a:pt x="1286332" y="1143850"/>
                  </a:lnTo>
                  <a:lnTo>
                    <a:pt x="1288199" y="1145717"/>
                  </a:lnTo>
                  <a:lnTo>
                    <a:pt x="1289316" y="1146187"/>
                  </a:lnTo>
                  <a:lnTo>
                    <a:pt x="1291945" y="1146187"/>
                  </a:lnTo>
                  <a:lnTo>
                    <a:pt x="1293063" y="1145717"/>
                  </a:lnTo>
                  <a:lnTo>
                    <a:pt x="1294930" y="1143850"/>
                  </a:lnTo>
                  <a:lnTo>
                    <a:pt x="1295400" y="1142733"/>
                  </a:lnTo>
                  <a:lnTo>
                    <a:pt x="1295400" y="1140104"/>
                  </a:lnTo>
                  <a:close/>
                </a:path>
                <a:path w="4248150" h="1146809">
                  <a:moveTo>
                    <a:pt x="1295400" y="571779"/>
                  </a:moveTo>
                  <a:lnTo>
                    <a:pt x="1294930" y="570661"/>
                  </a:lnTo>
                  <a:lnTo>
                    <a:pt x="1293063" y="568794"/>
                  </a:lnTo>
                  <a:lnTo>
                    <a:pt x="1291945" y="568325"/>
                  </a:lnTo>
                  <a:lnTo>
                    <a:pt x="1289316" y="568325"/>
                  </a:lnTo>
                  <a:lnTo>
                    <a:pt x="1288199" y="568794"/>
                  </a:lnTo>
                  <a:lnTo>
                    <a:pt x="1286332" y="570661"/>
                  </a:lnTo>
                  <a:lnTo>
                    <a:pt x="1285875" y="571779"/>
                  </a:lnTo>
                  <a:lnTo>
                    <a:pt x="1285875" y="574408"/>
                  </a:lnTo>
                  <a:lnTo>
                    <a:pt x="1286332" y="575525"/>
                  </a:lnTo>
                  <a:lnTo>
                    <a:pt x="1288199" y="577392"/>
                  </a:lnTo>
                  <a:lnTo>
                    <a:pt x="1289316" y="577850"/>
                  </a:lnTo>
                  <a:lnTo>
                    <a:pt x="1291945" y="577850"/>
                  </a:lnTo>
                  <a:lnTo>
                    <a:pt x="1293063" y="577392"/>
                  </a:lnTo>
                  <a:lnTo>
                    <a:pt x="1294930" y="575525"/>
                  </a:lnTo>
                  <a:lnTo>
                    <a:pt x="1295400" y="574408"/>
                  </a:lnTo>
                  <a:lnTo>
                    <a:pt x="1295400" y="571779"/>
                  </a:lnTo>
                  <a:close/>
                </a:path>
                <a:path w="4248150" h="1146809">
                  <a:moveTo>
                    <a:pt x="1295400" y="3454"/>
                  </a:moveTo>
                  <a:lnTo>
                    <a:pt x="1294930" y="2336"/>
                  </a:lnTo>
                  <a:lnTo>
                    <a:pt x="1293063" y="469"/>
                  </a:lnTo>
                  <a:lnTo>
                    <a:pt x="1291945" y="0"/>
                  </a:lnTo>
                  <a:lnTo>
                    <a:pt x="1289316" y="0"/>
                  </a:lnTo>
                  <a:lnTo>
                    <a:pt x="1288199" y="469"/>
                  </a:lnTo>
                  <a:lnTo>
                    <a:pt x="1286332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32" y="7200"/>
                  </a:lnTo>
                  <a:lnTo>
                    <a:pt x="1288199" y="9067"/>
                  </a:lnTo>
                  <a:lnTo>
                    <a:pt x="1289316" y="9525"/>
                  </a:lnTo>
                  <a:lnTo>
                    <a:pt x="1291945" y="9525"/>
                  </a:lnTo>
                  <a:lnTo>
                    <a:pt x="1293063" y="9067"/>
                  </a:lnTo>
                  <a:lnTo>
                    <a:pt x="1294930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4248150" h="1146809">
                  <a:moveTo>
                    <a:pt x="1343012" y="1140104"/>
                  </a:moveTo>
                  <a:lnTo>
                    <a:pt x="1342555" y="1138986"/>
                  </a:lnTo>
                  <a:lnTo>
                    <a:pt x="1340688" y="1137119"/>
                  </a:lnTo>
                  <a:lnTo>
                    <a:pt x="1339570" y="1136662"/>
                  </a:lnTo>
                  <a:lnTo>
                    <a:pt x="1336941" y="1136662"/>
                  </a:lnTo>
                  <a:lnTo>
                    <a:pt x="1335824" y="1137119"/>
                  </a:lnTo>
                  <a:lnTo>
                    <a:pt x="1333957" y="1138986"/>
                  </a:lnTo>
                  <a:lnTo>
                    <a:pt x="1333500" y="1140104"/>
                  </a:lnTo>
                  <a:lnTo>
                    <a:pt x="1333500" y="1142733"/>
                  </a:lnTo>
                  <a:lnTo>
                    <a:pt x="1333957" y="1143850"/>
                  </a:lnTo>
                  <a:lnTo>
                    <a:pt x="1335824" y="1145717"/>
                  </a:lnTo>
                  <a:lnTo>
                    <a:pt x="1336941" y="1146187"/>
                  </a:lnTo>
                  <a:lnTo>
                    <a:pt x="1339570" y="1146187"/>
                  </a:lnTo>
                  <a:lnTo>
                    <a:pt x="1340688" y="1145717"/>
                  </a:lnTo>
                  <a:lnTo>
                    <a:pt x="1342555" y="1143850"/>
                  </a:lnTo>
                  <a:lnTo>
                    <a:pt x="1343012" y="1142733"/>
                  </a:lnTo>
                  <a:lnTo>
                    <a:pt x="1343012" y="1140104"/>
                  </a:lnTo>
                  <a:close/>
                </a:path>
                <a:path w="4248150" h="1146809">
                  <a:moveTo>
                    <a:pt x="1343012" y="571779"/>
                  </a:moveTo>
                  <a:lnTo>
                    <a:pt x="1342555" y="570661"/>
                  </a:lnTo>
                  <a:lnTo>
                    <a:pt x="1340688" y="568794"/>
                  </a:lnTo>
                  <a:lnTo>
                    <a:pt x="1339570" y="568325"/>
                  </a:lnTo>
                  <a:lnTo>
                    <a:pt x="1336941" y="568325"/>
                  </a:lnTo>
                  <a:lnTo>
                    <a:pt x="1335824" y="568794"/>
                  </a:lnTo>
                  <a:lnTo>
                    <a:pt x="1333957" y="570661"/>
                  </a:lnTo>
                  <a:lnTo>
                    <a:pt x="1333500" y="571779"/>
                  </a:lnTo>
                  <a:lnTo>
                    <a:pt x="1333500" y="574408"/>
                  </a:lnTo>
                  <a:lnTo>
                    <a:pt x="1333957" y="575525"/>
                  </a:lnTo>
                  <a:lnTo>
                    <a:pt x="1335824" y="577392"/>
                  </a:lnTo>
                  <a:lnTo>
                    <a:pt x="1336941" y="577850"/>
                  </a:lnTo>
                  <a:lnTo>
                    <a:pt x="1339570" y="577850"/>
                  </a:lnTo>
                  <a:lnTo>
                    <a:pt x="1340688" y="577392"/>
                  </a:lnTo>
                  <a:lnTo>
                    <a:pt x="1342555" y="575525"/>
                  </a:lnTo>
                  <a:lnTo>
                    <a:pt x="1343012" y="574408"/>
                  </a:lnTo>
                  <a:lnTo>
                    <a:pt x="1343012" y="571779"/>
                  </a:lnTo>
                  <a:close/>
                </a:path>
                <a:path w="4248150" h="1146809">
                  <a:moveTo>
                    <a:pt x="1343012" y="3454"/>
                  </a:moveTo>
                  <a:lnTo>
                    <a:pt x="1342555" y="2336"/>
                  </a:lnTo>
                  <a:lnTo>
                    <a:pt x="1340688" y="469"/>
                  </a:lnTo>
                  <a:lnTo>
                    <a:pt x="1339570" y="0"/>
                  </a:lnTo>
                  <a:lnTo>
                    <a:pt x="1336941" y="0"/>
                  </a:lnTo>
                  <a:lnTo>
                    <a:pt x="1335824" y="469"/>
                  </a:lnTo>
                  <a:lnTo>
                    <a:pt x="1333957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57" y="7200"/>
                  </a:lnTo>
                  <a:lnTo>
                    <a:pt x="1335824" y="9067"/>
                  </a:lnTo>
                  <a:lnTo>
                    <a:pt x="1336941" y="9525"/>
                  </a:lnTo>
                  <a:lnTo>
                    <a:pt x="1339570" y="9525"/>
                  </a:lnTo>
                  <a:lnTo>
                    <a:pt x="1340688" y="9067"/>
                  </a:lnTo>
                  <a:lnTo>
                    <a:pt x="1342555" y="7200"/>
                  </a:lnTo>
                  <a:lnTo>
                    <a:pt x="1343012" y="6083"/>
                  </a:lnTo>
                  <a:lnTo>
                    <a:pt x="1343012" y="3454"/>
                  </a:lnTo>
                  <a:close/>
                </a:path>
                <a:path w="4248150" h="1146809">
                  <a:moveTo>
                    <a:pt x="1390650" y="1140104"/>
                  </a:moveTo>
                  <a:lnTo>
                    <a:pt x="1390180" y="1138986"/>
                  </a:lnTo>
                  <a:lnTo>
                    <a:pt x="1388313" y="1137119"/>
                  </a:lnTo>
                  <a:lnTo>
                    <a:pt x="1387195" y="1136662"/>
                  </a:lnTo>
                  <a:lnTo>
                    <a:pt x="1384566" y="1136662"/>
                  </a:lnTo>
                  <a:lnTo>
                    <a:pt x="1383449" y="1137119"/>
                  </a:lnTo>
                  <a:lnTo>
                    <a:pt x="1381582" y="1138986"/>
                  </a:lnTo>
                  <a:lnTo>
                    <a:pt x="1381112" y="1140104"/>
                  </a:lnTo>
                  <a:lnTo>
                    <a:pt x="1381112" y="1142733"/>
                  </a:lnTo>
                  <a:lnTo>
                    <a:pt x="1381582" y="1143850"/>
                  </a:lnTo>
                  <a:lnTo>
                    <a:pt x="1383449" y="1145717"/>
                  </a:lnTo>
                  <a:lnTo>
                    <a:pt x="1384566" y="1146187"/>
                  </a:lnTo>
                  <a:lnTo>
                    <a:pt x="1387195" y="1146187"/>
                  </a:lnTo>
                  <a:lnTo>
                    <a:pt x="1388313" y="1145717"/>
                  </a:lnTo>
                  <a:lnTo>
                    <a:pt x="1390180" y="1143850"/>
                  </a:lnTo>
                  <a:lnTo>
                    <a:pt x="1390650" y="1142733"/>
                  </a:lnTo>
                  <a:lnTo>
                    <a:pt x="1390650" y="1140104"/>
                  </a:lnTo>
                  <a:close/>
                </a:path>
                <a:path w="4248150" h="1146809">
                  <a:moveTo>
                    <a:pt x="1390650" y="571779"/>
                  </a:moveTo>
                  <a:lnTo>
                    <a:pt x="1390180" y="570661"/>
                  </a:lnTo>
                  <a:lnTo>
                    <a:pt x="1388313" y="568794"/>
                  </a:lnTo>
                  <a:lnTo>
                    <a:pt x="1387195" y="568325"/>
                  </a:lnTo>
                  <a:lnTo>
                    <a:pt x="1384566" y="568325"/>
                  </a:lnTo>
                  <a:lnTo>
                    <a:pt x="1383449" y="568794"/>
                  </a:lnTo>
                  <a:lnTo>
                    <a:pt x="1381582" y="570661"/>
                  </a:lnTo>
                  <a:lnTo>
                    <a:pt x="1381112" y="571779"/>
                  </a:lnTo>
                  <a:lnTo>
                    <a:pt x="1381112" y="574408"/>
                  </a:lnTo>
                  <a:lnTo>
                    <a:pt x="1381582" y="575525"/>
                  </a:lnTo>
                  <a:lnTo>
                    <a:pt x="1383449" y="577392"/>
                  </a:lnTo>
                  <a:lnTo>
                    <a:pt x="1384566" y="577850"/>
                  </a:lnTo>
                  <a:lnTo>
                    <a:pt x="1387195" y="577850"/>
                  </a:lnTo>
                  <a:lnTo>
                    <a:pt x="1388313" y="577392"/>
                  </a:lnTo>
                  <a:lnTo>
                    <a:pt x="1390180" y="575525"/>
                  </a:lnTo>
                  <a:lnTo>
                    <a:pt x="1390650" y="574408"/>
                  </a:lnTo>
                  <a:lnTo>
                    <a:pt x="1390650" y="571779"/>
                  </a:lnTo>
                  <a:close/>
                </a:path>
                <a:path w="4248150" h="1146809">
                  <a:moveTo>
                    <a:pt x="1390650" y="3454"/>
                  </a:moveTo>
                  <a:lnTo>
                    <a:pt x="1390180" y="2336"/>
                  </a:lnTo>
                  <a:lnTo>
                    <a:pt x="1388313" y="469"/>
                  </a:lnTo>
                  <a:lnTo>
                    <a:pt x="1387195" y="0"/>
                  </a:lnTo>
                  <a:lnTo>
                    <a:pt x="1384566" y="0"/>
                  </a:lnTo>
                  <a:lnTo>
                    <a:pt x="1383449" y="469"/>
                  </a:lnTo>
                  <a:lnTo>
                    <a:pt x="1381582" y="2336"/>
                  </a:lnTo>
                  <a:lnTo>
                    <a:pt x="1381112" y="3454"/>
                  </a:lnTo>
                  <a:lnTo>
                    <a:pt x="1381112" y="6083"/>
                  </a:lnTo>
                  <a:lnTo>
                    <a:pt x="1381582" y="7200"/>
                  </a:lnTo>
                  <a:lnTo>
                    <a:pt x="1383449" y="9067"/>
                  </a:lnTo>
                  <a:lnTo>
                    <a:pt x="1384566" y="9525"/>
                  </a:lnTo>
                  <a:lnTo>
                    <a:pt x="1387195" y="9525"/>
                  </a:lnTo>
                  <a:lnTo>
                    <a:pt x="1388313" y="9067"/>
                  </a:lnTo>
                  <a:lnTo>
                    <a:pt x="1390180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4248150" h="1146809">
                  <a:moveTo>
                    <a:pt x="1438275" y="1140104"/>
                  </a:moveTo>
                  <a:lnTo>
                    <a:pt x="1437805" y="1138986"/>
                  </a:lnTo>
                  <a:lnTo>
                    <a:pt x="1435938" y="1137119"/>
                  </a:lnTo>
                  <a:lnTo>
                    <a:pt x="1434820" y="1136662"/>
                  </a:lnTo>
                  <a:lnTo>
                    <a:pt x="1432191" y="1136662"/>
                  </a:lnTo>
                  <a:lnTo>
                    <a:pt x="1431074" y="1137119"/>
                  </a:lnTo>
                  <a:lnTo>
                    <a:pt x="1429207" y="1138986"/>
                  </a:lnTo>
                  <a:lnTo>
                    <a:pt x="1428750" y="1140104"/>
                  </a:lnTo>
                  <a:lnTo>
                    <a:pt x="1428750" y="1142733"/>
                  </a:lnTo>
                  <a:lnTo>
                    <a:pt x="1429207" y="1143850"/>
                  </a:lnTo>
                  <a:lnTo>
                    <a:pt x="1431074" y="1145717"/>
                  </a:lnTo>
                  <a:lnTo>
                    <a:pt x="1432191" y="1146187"/>
                  </a:lnTo>
                  <a:lnTo>
                    <a:pt x="1434820" y="1146187"/>
                  </a:lnTo>
                  <a:lnTo>
                    <a:pt x="1435938" y="1145717"/>
                  </a:lnTo>
                  <a:lnTo>
                    <a:pt x="1437805" y="1143850"/>
                  </a:lnTo>
                  <a:lnTo>
                    <a:pt x="1438275" y="1142733"/>
                  </a:lnTo>
                  <a:lnTo>
                    <a:pt x="1438275" y="1140104"/>
                  </a:lnTo>
                  <a:close/>
                </a:path>
                <a:path w="4248150" h="1146809">
                  <a:moveTo>
                    <a:pt x="1438275" y="571779"/>
                  </a:moveTo>
                  <a:lnTo>
                    <a:pt x="1437805" y="570661"/>
                  </a:lnTo>
                  <a:lnTo>
                    <a:pt x="1435938" y="568794"/>
                  </a:lnTo>
                  <a:lnTo>
                    <a:pt x="1434820" y="568325"/>
                  </a:lnTo>
                  <a:lnTo>
                    <a:pt x="1432191" y="568325"/>
                  </a:lnTo>
                  <a:lnTo>
                    <a:pt x="1431074" y="568794"/>
                  </a:lnTo>
                  <a:lnTo>
                    <a:pt x="1429207" y="570661"/>
                  </a:lnTo>
                  <a:lnTo>
                    <a:pt x="1428750" y="571779"/>
                  </a:lnTo>
                  <a:lnTo>
                    <a:pt x="1428750" y="574408"/>
                  </a:lnTo>
                  <a:lnTo>
                    <a:pt x="1429207" y="575525"/>
                  </a:lnTo>
                  <a:lnTo>
                    <a:pt x="1431074" y="577392"/>
                  </a:lnTo>
                  <a:lnTo>
                    <a:pt x="1432191" y="577850"/>
                  </a:lnTo>
                  <a:lnTo>
                    <a:pt x="1434820" y="577850"/>
                  </a:lnTo>
                  <a:lnTo>
                    <a:pt x="1435938" y="577392"/>
                  </a:lnTo>
                  <a:lnTo>
                    <a:pt x="1437805" y="575525"/>
                  </a:lnTo>
                  <a:lnTo>
                    <a:pt x="1438275" y="574408"/>
                  </a:lnTo>
                  <a:lnTo>
                    <a:pt x="1438275" y="571779"/>
                  </a:lnTo>
                  <a:close/>
                </a:path>
                <a:path w="4248150" h="1146809">
                  <a:moveTo>
                    <a:pt x="1438275" y="3454"/>
                  </a:moveTo>
                  <a:lnTo>
                    <a:pt x="1437805" y="2336"/>
                  </a:lnTo>
                  <a:lnTo>
                    <a:pt x="1435938" y="469"/>
                  </a:lnTo>
                  <a:lnTo>
                    <a:pt x="1434820" y="0"/>
                  </a:lnTo>
                  <a:lnTo>
                    <a:pt x="1432191" y="0"/>
                  </a:lnTo>
                  <a:lnTo>
                    <a:pt x="1431074" y="469"/>
                  </a:lnTo>
                  <a:lnTo>
                    <a:pt x="1429207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07" y="7200"/>
                  </a:lnTo>
                  <a:lnTo>
                    <a:pt x="1431074" y="9067"/>
                  </a:lnTo>
                  <a:lnTo>
                    <a:pt x="1432191" y="9525"/>
                  </a:lnTo>
                  <a:lnTo>
                    <a:pt x="1434820" y="9525"/>
                  </a:lnTo>
                  <a:lnTo>
                    <a:pt x="1435938" y="9067"/>
                  </a:lnTo>
                  <a:lnTo>
                    <a:pt x="1437805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4248150" h="1146809">
                  <a:moveTo>
                    <a:pt x="1485900" y="1140104"/>
                  </a:moveTo>
                  <a:lnTo>
                    <a:pt x="1485430" y="1138986"/>
                  </a:lnTo>
                  <a:lnTo>
                    <a:pt x="1483563" y="1137119"/>
                  </a:lnTo>
                  <a:lnTo>
                    <a:pt x="1482445" y="1136662"/>
                  </a:lnTo>
                  <a:lnTo>
                    <a:pt x="1479816" y="1136662"/>
                  </a:lnTo>
                  <a:lnTo>
                    <a:pt x="1478699" y="1137119"/>
                  </a:lnTo>
                  <a:lnTo>
                    <a:pt x="1476832" y="1138986"/>
                  </a:lnTo>
                  <a:lnTo>
                    <a:pt x="1476375" y="1140104"/>
                  </a:lnTo>
                  <a:lnTo>
                    <a:pt x="1476375" y="1142733"/>
                  </a:lnTo>
                  <a:lnTo>
                    <a:pt x="1476832" y="1143850"/>
                  </a:lnTo>
                  <a:lnTo>
                    <a:pt x="1478699" y="1145717"/>
                  </a:lnTo>
                  <a:lnTo>
                    <a:pt x="1479816" y="1146187"/>
                  </a:lnTo>
                  <a:lnTo>
                    <a:pt x="1482445" y="1146187"/>
                  </a:lnTo>
                  <a:lnTo>
                    <a:pt x="1483563" y="1145717"/>
                  </a:lnTo>
                  <a:lnTo>
                    <a:pt x="1485430" y="1143850"/>
                  </a:lnTo>
                  <a:lnTo>
                    <a:pt x="1485900" y="1142733"/>
                  </a:lnTo>
                  <a:lnTo>
                    <a:pt x="1485900" y="1140104"/>
                  </a:lnTo>
                  <a:close/>
                </a:path>
                <a:path w="4248150" h="1146809">
                  <a:moveTo>
                    <a:pt x="1485900" y="571779"/>
                  </a:moveTo>
                  <a:lnTo>
                    <a:pt x="1485430" y="570661"/>
                  </a:lnTo>
                  <a:lnTo>
                    <a:pt x="1483563" y="568794"/>
                  </a:lnTo>
                  <a:lnTo>
                    <a:pt x="1482445" y="568325"/>
                  </a:lnTo>
                  <a:lnTo>
                    <a:pt x="1479816" y="568325"/>
                  </a:lnTo>
                  <a:lnTo>
                    <a:pt x="1478699" y="568794"/>
                  </a:lnTo>
                  <a:lnTo>
                    <a:pt x="1476832" y="570661"/>
                  </a:lnTo>
                  <a:lnTo>
                    <a:pt x="1476375" y="571779"/>
                  </a:lnTo>
                  <a:lnTo>
                    <a:pt x="1476375" y="574408"/>
                  </a:lnTo>
                  <a:lnTo>
                    <a:pt x="1476832" y="575525"/>
                  </a:lnTo>
                  <a:lnTo>
                    <a:pt x="1478699" y="577392"/>
                  </a:lnTo>
                  <a:lnTo>
                    <a:pt x="1479816" y="577850"/>
                  </a:lnTo>
                  <a:lnTo>
                    <a:pt x="1482445" y="577850"/>
                  </a:lnTo>
                  <a:lnTo>
                    <a:pt x="1483563" y="577392"/>
                  </a:lnTo>
                  <a:lnTo>
                    <a:pt x="1485430" y="575525"/>
                  </a:lnTo>
                  <a:lnTo>
                    <a:pt x="1485900" y="574408"/>
                  </a:lnTo>
                  <a:lnTo>
                    <a:pt x="1485900" y="571779"/>
                  </a:lnTo>
                  <a:close/>
                </a:path>
                <a:path w="4248150" h="1146809">
                  <a:moveTo>
                    <a:pt x="1485900" y="3454"/>
                  </a:moveTo>
                  <a:lnTo>
                    <a:pt x="1485430" y="2336"/>
                  </a:lnTo>
                  <a:lnTo>
                    <a:pt x="1483563" y="469"/>
                  </a:lnTo>
                  <a:lnTo>
                    <a:pt x="1482445" y="0"/>
                  </a:lnTo>
                  <a:lnTo>
                    <a:pt x="1479816" y="0"/>
                  </a:lnTo>
                  <a:lnTo>
                    <a:pt x="1478699" y="469"/>
                  </a:lnTo>
                  <a:lnTo>
                    <a:pt x="1476832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32" y="7200"/>
                  </a:lnTo>
                  <a:lnTo>
                    <a:pt x="1478699" y="9067"/>
                  </a:lnTo>
                  <a:lnTo>
                    <a:pt x="1479816" y="9525"/>
                  </a:lnTo>
                  <a:lnTo>
                    <a:pt x="1482445" y="9525"/>
                  </a:lnTo>
                  <a:lnTo>
                    <a:pt x="1483563" y="9067"/>
                  </a:lnTo>
                  <a:lnTo>
                    <a:pt x="1485430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4248150" h="1146809">
                  <a:moveTo>
                    <a:pt x="1533525" y="1140104"/>
                  </a:moveTo>
                  <a:lnTo>
                    <a:pt x="1533055" y="1138986"/>
                  </a:lnTo>
                  <a:lnTo>
                    <a:pt x="1531188" y="1137119"/>
                  </a:lnTo>
                  <a:lnTo>
                    <a:pt x="1530070" y="1136662"/>
                  </a:lnTo>
                  <a:lnTo>
                    <a:pt x="1527441" y="1136662"/>
                  </a:lnTo>
                  <a:lnTo>
                    <a:pt x="1526324" y="1137119"/>
                  </a:lnTo>
                  <a:lnTo>
                    <a:pt x="1524457" y="1138986"/>
                  </a:lnTo>
                  <a:lnTo>
                    <a:pt x="1524000" y="1140104"/>
                  </a:lnTo>
                  <a:lnTo>
                    <a:pt x="1524000" y="1142733"/>
                  </a:lnTo>
                  <a:lnTo>
                    <a:pt x="1524457" y="1143850"/>
                  </a:lnTo>
                  <a:lnTo>
                    <a:pt x="1526324" y="1145717"/>
                  </a:lnTo>
                  <a:lnTo>
                    <a:pt x="1527441" y="1146187"/>
                  </a:lnTo>
                  <a:lnTo>
                    <a:pt x="1530070" y="1146187"/>
                  </a:lnTo>
                  <a:lnTo>
                    <a:pt x="1531188" y="1145717"/>
                  </a:lnTo>
                  <a:lnTo>
                    <a:pt x="1533055" y="1143850"/>
                  </a:lnTo>
                  <a:lnTo>
                    <a:pt x="1533525" y="1142733"/>
                  </a:lnTo>
                  <a:lnTo>
                    <a:pt x="1533525" y="1140104"/>
                  </a:lnTo>
                  <a:close/>
                </a:path>
                <a:path w="4248150" h="1146809">
                  <a:moveTo>
                    <a:pt x="1533525" y="571779"/>
                  </a:moveTo>
                  <a:lnTo>
                    <a:pt x="1533055" y="570661"/>
                  </a:lnTo>
                  <a:lnTo>
                    <a:pt x="1531188" y="568794"/>
                  </a:lnTo>
                  <a:lnTo>
                    <a:pt x="1530070" y="568325"/>
                  </a:lnTo>
                  <a:lnTo>
                    <a:pt x="1527441" y="568325"/>
                  </a:lnTo>
                  <a:lnTo>
                    <a:pt x="1526324" y="568794"/>
                  </a:lnTo>
                  <a:lnTo>
                    <a:pt x="1524457" y="570661"/>
                  </a:lnTo>
                  <a:lnTo>
                    <a:pt x="1524000" y="571779"/>
                  </a:lnTo>
                  <a:lnTo>
                    <a:pt x="1524000" y="574408"/>
                  </a:lnTo>
                  <a:lnTo>
                    <a:pt x="1524457" y="575525"/>
                  </a:lnTo>
                  <a:lnTo>
                    <a:pt x="1526324" y="577392"/>
                  </a:lnTo>
                  <a:lnTo>
                    <a:pt x="1527441" y="577850"/>
                  </a:lnTo>
                  <a:lnTo>
                    <a:pt x="1530070" y="577850"/>
                  </a:lnTo>
                  <a:lnTo>
                    <a:pt x="1531188" y="577392"/>
                  </a:lnTo>
                  <a:lnTo>
                    <a:pt x="1533055" y="575525"/>
                  </a:lnTo>
                  <a:lnTo>
                    <a:pt x="1533525" y="574408"/>
                  </a:lnTo>
                  <a:lnTo>
                    <a:pt x="1533525" y="571779"/>
                  </a:lnTo>
                  <a:close/>
                </a:path>
                <a:path w="4248150" h="1146809">
                  <a:moveTo>
                    <a:pt x="1533525" y="3454"/>
                  </a:moveTo>
                  <a:lnTo>
                    <a:pt x="1533055" y="2336"/>
                  </a:lnTo>
                  <a:lnTo>
                    <a:pt x="1531188" y="469"/>
                  </a:lnTo>
                  <a:lnTo>
                    <a:pt x="1530070" y="0"/>
                  </a:lnTo>
                  <a:lnTo>
                    <a:pt x="1527441" y="0"/>
                  </a:lnTo>
                  <a:lnTo>
                    <a:pt x="1526324" y="469"/>
                  </a:lnTo>
                  <a:lnTo>
                    <a:pt x="1524457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57" y="7200"/>
                  </a:lnTo>
                  <a:lnTo>
                    <a:pt x="1526324" y="9067"/>
                  </a:lnTo>
                  <a:lnTo>
                    <a:pt x="1527441" y="9525"/>
                  </a:lnTo>
                  <a:lnTo>
                    <a:pt x="1530070" y="9525"/>
                  </a:lnTo>
                  <a:lnTo>
                    <a:pt x="1531188" y="9067"/>
                  </a:lnTo>
                  <a:lnTo>
                    <a:pt x="1533055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4248150" h="1146809">
                  <a:moveTo>
                    <a:pt x="1581137" y="1140104"/>
                  </a:moveTo>
                  <a:lnTo>
                    <a:pt x="1580680" y="1138986"/>
                  </a:lnTo>
                  <a:lnTo>
                    <a:pt x="1578813" y="1137119"/>
                  </a:lnTo>
                  <a:lnTo>
                    <a:pt x="1577695" y="1136662"/>
                  </a:lnTo>
                  <a:lnTo>
                    <a:pt x="1575066" y="1136662"/>
                  </a:lnTo>
                  <a:lnTo>
                    <a:pt x="1573949" y="1137119"/>
                  </a:lnTo>
                  <a:lnTo>
                    <a:pt x="1572082" y="1138986"/>
                  </a:lnTo>
                  <a:lnTo>
                    <a:pt x="1571625" y="1140104"/>
                  </a:lnTo>
                  <a:lnTo>
                    <a:pt x="1571625" y="1142733"/>
                  </a:lnTo>
                  <a:lnTo>
                    <a:pt x="1572082" y="1143850"/>
                  </a:lnTo>
                  <a:lnTo>
                    <a:pt x="1573949" y="1145717"/>
                  </a:lnTo>
                  <a:lnTo>
                    <a:pt x="1575066" y="1146187"/>
                  </a:lnTo>
                  <a:lnTo>
                    <a:pt x="1577695" y="1146187"/>
                  </a:lnTo>
                  <a:lnTo>
                    <a:pt x="1578813" y="1145717"/>
                  </a:lnTo>
                  <a:lnTo>
                    <a:pt x="1580680" y="1143850"/>
                  </a:lnTo>
                  <a:lnTo>
                    <a:pt x="1581137" y="1142733"/>
                  </a:lnTo>
                  <a:lnTo>
                    <a:pt x="1581137" y="1140104"/>
                  </a:lnTo>
                  <a:close/>
                </a:path>
                <a:path w="4248150" h="1146809">
                  <a:moveTo>
                    <a:pt x="1581137" y="571779"/>
                  </a:moveTo>
                  <a:lnTo>
                    <a:pt x="1580680" y="570661"/>
                  </a:lnTo>
                  <a:lnTo>
                    <a:pt x="1578813" y="568794"/>
                  </a:lnTo>
                  <a:lnTo>
                    <a:pt x="1577695" y="568325"/>
                  </a:lnTo>
                  <a:lnTo>
                    <a:pt x="1575066" y="568325"/>
                  </a:lnTo>
                  <a:lnTo>
                    <a:pt x="1573949" y="568794"/>
                  </a:lnTo>
                  <a:lnTo>
                    <a:pt x="1572082" y="570661"/>
                  </a:lnTo>
                  <a:lnTo>
                    <a:pt x="1571625" y="571779"/>
                  </a:lnTo>
                  <a:lnTo>
                    <a:pt x="1571625" y="574408"/>
                  </a:lnTo>
                  <a:lnTo>
                    <a:pt x="1572082" y="575525"/>
                  </a:lnTo>
                  <a:lnTo>
                    <a:pt x="1573949" y="577392"/>
                  </a:lnTo>
                  <a:lnTo>
                    <a:pt x="1575066" y="577850"/>
                  </a:lnTo>
                  <a:lnTo>
                    <a:pt x="1577695" y="577850"/>
                  </a:lnTo>
                  <a:lnTo>
                    <a:pt x="1578813" y="577392"/>
                  </a:lnTo>
                  <a:lnTo>
                    <a:pt x="1580680" y="575525"/>
                  </a:lnTo>
                  <a:lnTo>
                    <a:pt x="1581137" y="574408"/>
                  </a:lnTo>
                  <a:lnTo>
                    <a:pt x="1581137" y="571779"/>
                  </a:lnTo>
                  <a:close/>
                </a:path>
                <a:path w="4248150" h="1146809">
                  <a:moveTo>
                    <a:pt x="1581137" y="3454"/>
                  </a:moveTo>
                  <a:lnTo>
                    <a:pt x="1580680" y="2336"/>
                  </a:lnTo>
                  <a:lnTo>
                    <a:pt x="1578813" y="469"/>
                  </a:lnTo>
                  <a:lnTo>
                    <a:pt x="1577695" y="0"/>
                  </a:lnTo>
                  <a:lnTo>
                    <a:pt x="1575066" y="0"/>
                  </a:lnTo>
                  <a:lnTo>
                    <a:pt x="1573949" y="469"/>
                  </a:lnTo>
                  <a:lnTo>
                    <a:pt x="1572082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82" y="7200"/>
                  </a:lnTo>
                  <a:lnTo>
                    <a:pt x="1573949" y="9067"/>
                  </a:lnTo>
                  <a:lnTo>
                    <a:pt x="1575066" y="9525"/>
                  </a:lnTo>
                  <a:lnTo>
                    <a:pt x="1577695" y="9525"/>
                  </a:lnTo>
                  <a:lnTo>
                    <a:pt x="1578813" y="9067"/>
                  </a:lnTo>
                  <a:lnTo>
                    <a:pt x="1580680" y="7200"/>
                  </a:lnTo>
                  <a:lnTo>
                    <a:pt x="1581137" y="6083"/>
                  </a:lnTo>
                  <a:lnTo>
                    <a:pt x="1581137" y="3454"/>
                  </a:lnTo>
                  <a:close/>
                </a:path>
                <a:path w="4248150" h="1146809">
                  <a:moveTo>
                    <a:pt x="1628762" y="1140104"/>
                  </a:moveTo>
                  <a:lnTo>
                    <a:pt x="1628305" y="1138986"/>
                  </a:lnTo>
                  <a:lnTo>
                    <a:pt x="1626438" y="1137119"/>
                  </a:lnTo>
                  <a:lnTo>
                    <a:pt x="1625320" y="1136662"/>
                  </a:lnTo>
                  <a:lnTo>
                    <a:pt x="1622691" y="1136662"/>
                  </a:lnTo>
                  <a:lnTo>
                    <a:pt x="1621574" y="1137119"/>
                  </a:lnTo>
                  <a:lnTo>
                    <a:pt x="1619707" y="1138986"/>
                  </a:lnTo>
                  <a:lnTo>
                    <a:pt x="1619237" y="1140104"/>
                  </a:lnTo>
                  <a:lnTo>
                    <a:pt x="1619237" y="1142733"/>
                  </a:lnTo>
                  <a:lnTo>
                    <a:pt x="1619707" y="1143850"/>
                  </a:lnTo>
                  <a:lnTo>
                    <a:pt x="1621574" y="1145717"/>
                  </a:lnTo>
                  <a:lnTo>
                    <a:pt x="1622691" y="1146187"/>
                  </a:lnTo>
                  <a:lnTo>
                    <a:pt x="1625320" y="1146187"/>
                  </a:lnTo>
                  <a:lnTo>
                    <a:pt x="1626438" y="1145717"/>
                  </a:lnTo>
                  <a:lnTo>
                    <a:pt x="1628305" y="1143850"/>
                  </a:lnTo>
                  <a:lnTo>
                    <a:pt x="1628762" y="1142733"/>
                  </a:lnTo>
                  <a:lnTo>
                    <a:pt x="1628762" y="1140104"/>
                  </a:lnTo>
                  <a:close/>
                </a:path>
                <a:path w="4248150" h="1146809">
                  <a:moveTo>
                    <a:pt x="1628762" y="571779"/>
                  </a:moveTo>
                  <a:lnTo>
                    <a:pt x="1628305" y="570661"/>
                  </a:lnTo>
                  <a:lnTo>
                    <a:pt x="1626438" y="568794"/>
                  </a:lnTo>
                  <a:lnTo>
                    <a:pt x="1625320" y="568325"/>
                  </a:lnTo>
                  <a:lnTo>
                    <a:pt x="1622691" y="568325"/>
                  </a:lnTo>
                  <a:lnTo>
                    <a:pt x="1621574" y="568794"/>
                  </a:lnTo>
                  <a:lnTo>
                    <a:pt x="1619707" y="570661"/>
                  </a:lnTo>
                  <a:lnTo>
                    <a:pt x="1619237" y="571779"/>
                  </a:lnTo>
                  <a:lnTo>
                    <a:pt x="1619237" y="574408"/>
                  </a:lnTo>
                  <a:lnTo>
                    <a:pt x="1619707" y="575525"/>
                  </a:lnTo>
                  <a:lnTo>
                    <a:pt x="1621574" y="577392"/>
                  </a:lnTo>
                  <a:lnTo>
                    <a:pt x="1622691" y="577850"/>
                  </a:lnTo>
                  <a:lnTo>
                    <a:pt x="1625320" y="577850"/>
                  </a:lnTo>
                  <a:lnTo>
                    <a:pt x="1626438" y="577392"/>
                  </a:lnTo>
                  <a:lnTo>
                    <a:pt x="1628305" y="575525"/>
                  </a:lnTo>
                  <a:lnTo>
                    <a:pt x="1628762" y="574408"/>
                  </a:lnTo>
                  <a:lnTo>
                    <a:pt x="1628762" y="571779"/>
                  </a:lnTo>
                  <a:close/>
                </a:path>
                <a:path w="4248150" h="1146809">
                  <a:moveTo>
                    <a:pt x="1628762" y="3454"/>
                  </a:moveTo>
                  <a:lnTo>
                    <a:pt x="1628305" y="2336"/>
                  </a:lnTo>
                  <a:lnTo>
                    <a:pt x="1626438" y="469"/>
                  </a:lnTo>
                  <a:lnTo>
                    <a:pt x="1625320" y="0"/>
                  </a:lnTo>
                  <a:lnTo>
                    <a:pt x="1622691" y="0"/>
                  </a:lnTo>
                  <a:lnTo>
                    <a:pt x="1621574" y="469"/>
                  </a:lnTo>
                  <a:lnTo>
                    <a:pt x="1619707" y="2336"/>
                  </a:lnTo>
                  <a:lnTo>
                    <a:pt x="1619237" y="3454"/>
                  </a:lnTo>
                  <a:lnTo>
                    <a:pt x="1619237" y="6083"/>
                  </a:lnTo>
                  <a:lnTo>
                    <a:pt x="1619707" y="7200"/>
                  </a:lnTo>
                  <a:lnTo>
                    <a:pt x="1621574" y="9067"/>
                  </a:lnTo>
                  <a:lnTo>
                    <a:pt x="1622691" y="9525"/>
                  </a:lnTo>
                  <a:lnTo>
                    <a:pt x="1625320" y="9525"/>
                  </a:lnTo>
                  <a:lnTo>
                    <a:pt x="1626438" y="9067"/>
                  </a:lnTo>
                  <a:lnTo>
                    <a:pt x="1628305" y="7200"/>
                  </a:lnTo>
                  <a:lnTo>
                    <a:pt x="1628762" y="6083"/>
                  </a:lnTo>
                  <a:lnTo>
                    <a:pt x="1628762" y="3454"/>
                  </a:lnTo>
                  <a:close/>
                </a:path>
                <a:path w="4248150" h="1146809">
                  <a:moveTo>
                    <a:pt x="1676400" y="1140104"/>
                  </a:moveTo>
                  <a:lnTo>
                    <a:pt x="1675930" y="1138986"/>
                  </a:lnTo>
                  <a:lnTo>
                    <a:pt x="1674063" y="1137119"/>
                  </a:lnTo>
                  <a:lnTo>
                    <a:pt x="1672945" y="1136662"/>
                  </a:lnTo>
                  <a:lnTo>
                    <a:pt x="1670316" y="1136662"/>
                  </a:lnTo>
                  <a:lnTo>
                    <a:pt x="1669199" y="1137119"/>
                  </a:lnTo>
                  <a:lnTo>
                    <a:pt x="1667332" y="1138986"/>
                  </a:lnTo>
                  <a:lnTo>
                    <a:pt x="1666862" y="1140104"/>
                  </a:lnTo>
                  <a:lnTo>
                    <a:pt x="1666862" y="1142733"/>
                  </a:lnTo>
                  <a:lnTo>
                    <a:pt x="1667332" y="1143850"/>
                  </a:lnTo>
                  <a:lnTo>
                    <a:pt x="1669199" y="1145717"/>
                  </a:lnTo>
                  <a:lnTo>
                    <a:pt x="1670316" y="1146187"/>
                  </a:lnTo>
                  <a:lnTo>
                    <a:pt x="1672945" y="1146187"/>
                  </a:lnTo>
                  <a:lnTo>
                    <a:pt x="1674063" y="1145717"/>
                  </a:lnTo>
                  <a:lnTo>
                    <a:pt x="1675930" y="1143850"/>
                  </a:lnTo>
                  <a:lnTo>
                    <a:pt x="1676400" y="1142733"/>
                  </a:lnTo>
                  <a:lnTo>
                    <a:pt x="1676400" y="1140104"/>
                  </a:lnTo>
                  <a:close/>
                </a:path>
                <a:path w="4248150" h="1146809">
                  <a:moveTo>
                    <a:pt x="1676400" y="571779"/>
                  </a:moveTo>
                  <a:lnTo>
                    <a:pt x="1675930" y="570661"/>
                  </a:lnTo>
                  <a:lnTo>
                    <a:pt x="1674063" y="568794"/>
                  </a:lnTo>
                  <a:lnTo>
                    <a:pt x="1672945" y="568325"/>
                  </a:lnTo>
                  <a:lnTo>
                    <a:pt x="1670316" y="568325"/>
                  </a:lnTo>
                  <a:lnTo>
                    <a:pt x="1669199" y="568794"/>
                  </a:lnTo>
                  <a:lnTo>
                    <a:pt x="1667332" y="570661"/>
                  </a:lnTo>
                  <a:lnTo>
                    <a:pt x="1666862" y="571779"/>
                  </a:lnTo>
                  <a:lnTo>
                    <a:pt x="1666862" y="574408"/>
                  </a:lnTo>
                  <a:lnTo>
                    <a:pt x="1667332" y="575525"/>
                  </a:lnTo>
                  <a:lnTo>
                    <a:pt x="1669199" y="577392"/>
                  </a:lnTo>
                  <a:lnTo>
                    <a:pt x="1670316" y="577850"/>
                  </a:lnTo>
                  <a:lnTo>
                    <a:pt x="1672945" y="577850"/>
                  </a:lnTo>
                  <a:lnTo>
                    <a:pt x="1674063" y="577392"/>
                  </a:lnTo>
                  <a:lnTo>
                    <a:pt x="1675930" y="575525"/>
                  </a:lnTo>
                  <a:lnTo>
                    <a:pt x="1676400" y="574408"/>
                  </a:lnTo>
                  <a:lnTo>
                    <a:pt x="1676400" y="571779"/>
                  </a:lnTo>
                  <a:close/>
                </a:path>
                <a:path w="4248150" h="1146809">
                  <a:moveTo>
                    <a:pt x="1676400" y="3454"/>
                  </a:moveTo>
                  <a:lnTo>
                    <a:pt x="1675930" y="2336"/>
                  </a:lnTo>
                  <a:lnTo>
                    <a:pt x="1674063" y="469"/>
                  </a:lnTo>
                  <a:lnTo>
                    <a:pt x="1672945" y="0"/>
                  </a:lnTo>
                  <a:lnTo>
                    <a:pt x="1670316" y="0"/>
                  </a:lnTo>
                  <a:lnTo>
                    <a:pt x="1669199" y="469"/>
                  </a:lnTo>
                  <a:lnTo>
                    <a:pt x="1667332" y="2336"/>
                  </a:lnTo>
                  <a:lnTo>
                    <a:pt x="1666862" y="3454"/>
                  </a:lnTo>
                  <a:lnTo>
                    <a:pt x="1666862" y="6083"/>
                  </a:lnTo>
                  <a:lnTo>
                    <a:pt x="1667332" y="7200"/>
                  </a:lnTo>
                  <a:lnTo>
                    <a:pt x="1669199" y="9067"/>
                  </a:lnTo>
                  <a:lnTo>
                    <a:pt x="1670316" y="9525"/>
                  </a:lnTo>
                  <a:lnTo>
                    <a:pt x="1672945" y="9525"/>
                  </a:lnTo>
                  <a:lnTo>
                    <a:pt x="1674063" y="9067"/>
                  </a:lnTo>
                  <a:lnTo>
                    <a:pt x="1675930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4248150" h="1146809">
                  <a:moveTo>
                    <a:pt x="1724025" y="1140104"/>
                  </a:moveTo>
                  <a:lnTo>
                    <a:pt x="1723555" y="1138986"/>
                  </a:lnTo>
                  <a:lnTo>
                    <a:pt x="1721688" y="1137119"/>
                  </a:lnTo>
                  <a:lnTo>
                    <a:pt x="1720570" y="1136662"/>
                  </a:lnTo>
                  <a:lnTo>
                    <a:pt x="1717941" y="1136662"/>
                  </a:lnTo>
                  <a:lnTo>
                    <a:pt x="1716824" y="1137119"/>
                  </a:lnTo>
                  <a:lnTo>
                    <a:pt x="1714957" y="1138986"/>
                  </a:lnTo>
                  <a:lnTo>
                    <a:pt x="1714500" y="1140104"/>
                  </a:lnTo>
                  <a:lnTo>
                    <a:pt x="1714500" y="1142733"/>
                  </a:lnTo>
                  <a:lnTo>
                    <a:pt x="1714957" y="1143850"/>
                  </a:lnTo>
                  <a:lnTo>
                    <a:pt x="1716824" y="1145717"/>
                  </a:lnTo>
                  <a:lnTo>
                    <a:pt x="1717941" y="1146187"/>
                  </a:lnTo>
                  <a:lnTo>
                    <a:pt x="1720570" y="1146187"/>
                  </a:lnTo>
                  <a:lnTo>
                    <a:pt x="1721688" y="1145717"/>
                  </a:lnTo>
                  <a:lnTo>
                    <a:pt x="1723555" y="1143850"/>
                  </a:lnTo>
                  <a:lnTo>
                    <a:pt x="1724025" y="1142733"/>
                  </a:lnTo>
                  <a:lnTo>
                    <a:pt x="1724025" y="1140104"/>
                  </a:lnTo>
                  <a:close/>
                </a:path>
                <a:path w="4248150" h="1146809">
                  <a:moveTo>
                    <a:pt x="1724025" y="571779"/>
                  </a:moveTo>
                  <a:lnTo>
                    <a:pt x="1723555" y="570661"/>
                  </a:lnTo>
                  <a:lnTo>
                    <a:pt x="1721688" y="568794"/>
                  </a:lnTo>
                  <a:lnTo>
                    <a:pt x="1720570" y="568325"/>
                  </a:lnTo>
                  <a:lnTo>
                    <a:pt x="1717941" y="568325"/>
                  </a:lnTo>
                  <a:lnTo>
                    <a:pt x="1716824" y="568794"/>
                  </a:lnTo>
                  <a:lnTo>
                    <a:pt x="1714957" y="570661"/>
                  </a:lnTo>
                  <a:lnTo>
                    <a:pt x="1714500" y="571779"/>
                  </a:lnTo>
                  <a:lnTo>
                    <a:pt x="1714500" y="574408"/>
                  </a:lnTo>
                  <a:lnTo>
                    <a:pt x="1714957" y="575525"/>
                  </a:lnTo>
                  <a:lnTo>
                    <a:pt x="1716824" y="577392"/>
                  </a:lnTo>
                  <a:lnTo>
                    <a:pt x="1717941" y="577850"/>
                  </a:lnTo>
                  <a:lnTo>
                    <a:pt x="1720570" y="577850"/>
                  </a:lnTo>
                  <a:lnTo>
                    <a:pt x="1721688" y="577392"/>
                  </a:lnTo>
                  <a:lnTo>
                    <a:pt x="1723555" y="575525"/>
                  </a:lnTo>
                  <a:lnTo>
                    <a:pt x="1724025" y="574408"/>
                  </a:lnTo>
                  <a:lnTo>
                    <a:pt x="1724025" y="571779"/>
                  </a:lnTo>
                  <a:close/>
                </a:path>
                <a:path w="4248150" h="1146809">
                  <a:moveTo>
                    <a:pt x="1724025" y="3454"/>
                  </a:moveTo>
                  <a:lnTo>
                    <a:pt x="1723555" y="2336"/>
                  </a:lnTo>
                  <a:lnTo>
                    <a:pt x="1721688" y="469"/>
                  </a:lnTo>
                  <a:lnTo>
                    <a:pt x="1720570" y="0"/>
                  </a:lnTo>
                  <a:lnTo>
                    <a:pt x="1717941" y="0"/>
                  </a:lnTo>
                  <a:lnTo>
                    <a:pt x="1716824" y="469"/>
                  </a:lnTo>
                  <a:lnTo>
                    <a:pt x="1714957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57" y="7200"/>
                  </a:lnTo>
                  <a:lnTo>
                    <a:pt x="1716824" y="9067"/>
                  </a:lnTo>
                  <a:lnTo>
                    <a:pt x="1717941" y="9525"/>
                  </a:lnTo>
                  <a:lnTo>
                    <a:pt x="1720570" y="9525"/>
                  </a:lnTo>
                  <a:lnTo>
                    <a:pt x="1721688" y="9067"/>
                  </a:lnTo>
                  <a:lnTo>
                    <a:pt x="1723555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4248150" h="1146809">
                  <a:moveTo>
                    <a:pt x="1771650" y="1140104"/>
                  </a:moveTo>
                  <a:lnTo>
                    <a:pt x="1771180" y="1138986"/>
                  </a:lnTo>
                  <a:lnTo>
                    <a:pt x="1769313" y="1137119"/>
                  </a:lnTo>
                  <a:lnTo>
                    <a:pt x="1768195" y="1136662"/>
                  </a:lnTo>
                  <a:lnTo>
                    <a:pt x="1765566" y="1136662"/>
                  </a:lnTo>
                  <a:lnTo>
                    <a:pt x="1764449" y="1137119"/>
                  </a:lnTo>
                  <a:lnTo>
                    <a:pt x="1762582" y="1138986"/>
                  </a:lnTo>
                  <a:lnTo>
                    <a:pt x="1762125" y="1140104"/>
                  </a:lnTo>
                  <a:lnTo>
                    <a:pt x="1762125" y="1142733"/>
                  </a:lnTo>
                  <a:lnTo>
                    <a:pt x="1762582" y="1143850"/>
                  </a:lnTo>
                  <a:lnTo>
                    <a:pt x="1764449" y="1145717"/>
                  </a:lnTo>
                  <a:lnTo>
                    <a:pt x="1765566" y="1146187"/>
                  </a:lnTo>
                  <a:lnTo>
                    <a:pt x="1768195" y="1146187"/>
                  </a:lnTo>
                  <a:lnTo>
                    <a:pt x="1769313" y="1145717"/>
                  </a:lnTo>
                  <a:lnTo>
                    <a:pt x="1771180" y="1143850"/>
                  </a:lnTo>
                  <a:lnTo>
                    <a:pt x="1771650" y="1142733"/>
                  </a:lnTo>
                  <a:lnTo>
                    <a:pt x="1771650" y="1140104"/>
                  </a:lnTo>
                  <a:close/>
                </a:path>
                <a:path w="4248150" h="1146809">
                  <a:moveTo>
                    <a:pt x="1771650" y="571779"/>
                  </a:moveTo>
                  <a:lnTo>
                    <a:pt x="1771180" y="570661"/>
                  </a:lnTo>
                  <a:lnTo>
                    <a:pt x="1769313" y="568794"/>
                  </a:lnTo>
                  <a:lnTo>
                    <a:pt x="1768195" y="568325"/>
                  </a:lnTo>
                  <a:lnTo>
                    <a:pt x="1765566" y="568325"/>
                  </a:lnTo>
                  <a:lnTo>
                    <a:pt x="1764449" y="568794"/>
                  </a:lnTo>
                  <a:lnTo>
                    <a:pt x="1762582" y="570661"/>
                  </a:lnTo>
                  <a:lnTo>
                    <a:pt x="1762125" y="571779"/>
                  </a:lnTo>
                  <a:lnTo>
                    <a:pt x="1762125" y="574408"/>
                  </a:lnTo>
                  <a:lnTo>
                    <a:pt x="1762582" y="575525"/>
                  </a:lnTo>
                  <a:lnTo>
                    <a:pt x="1764449" y="577392"/>
                  </a:lnTo>
                  <a:lnTo>
                    <a:pt x="1765566" y="577850"/>
                  </a:lnTo>
                  <a:lnTo>
                    <a:pt x="1768195" y="577850"/>
                  </a:lnTo>
                  <a:lnTo>
                    <a:pt x="1769313" y="577392"/>
                  </a:lnTo>
                  <a:lnTo>
                    <a:pt x="1771180" y="575525"/>
                  </a:lnTo>
                  <a:lnTo>
                    <a:pt x="1771650" y="574408"/>
                  </a:lnTo>
                  <a:lnTo>
                    <a:pt x="1771650" y="571779"/>
                  </a:lnTo>
                  <a:close/>
                </a:path>
                <a:path w="4248150" h="1146809">
                  <a:moveTo>
                    <a:pt x="1771650" y="3454"/>
                  </a:moveTo>
                  <a:lnTo>
                    <a:pt x="1771180" y="2336"/>
                  </a:lnTo>
                  <a:lnTo>
                    <a:pt x="1769313" y="469"/>
                  </a:lnTo>
                  <a:lnTo>
                    <a:pt x="1768195" y="0"/>
                  </a:lnTo>
                  <a:lnTo>
                    <a:pt x="1765566" y="0"/>
                  </a:lnTo>
                  <a:lnTo>
                    <a:pt x="1764449" y="469"/>
                  </a:lnTo>
                  <a:lnTo>
                    <a:pt x="1762582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82" y="7200"/>
                  </a:lnTo>
                  <a:lnTo>
                    <a:pt x="1764449" y="9067"/>
                  </a:lnTo>
                  <a:lnTo>
                    <a:pt x="1765566" y="9525"/>
                  </a:lnTo>
                  <a:lnTo>
                    <a:pt x="1768195" y="9525"/>
                  </a:lnTo>
                  <a:lnTo>
                    <a:pt x="1769313" y="9067"/>
                  </a:lnTo>
                  <a:lnTo>
                    <a:pt x="1771180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4248150" h="1146809">
                  <a:moveTo>
                    <a:pt x="1819275" y="1140104"/>
                  </a:moveTo>
                  <a:lnTo>
                    <a:pt x="1818805" y="1138986"/>
                  </a:lnTo>
                  <a:lnTo>
                    <a:pt x="1816938" y="1137119"/>
                  </a:lnTo>
                  <a:lnTo>
                    <a:pt x="1815820" y="1136662"/>
                  </a:lnTo>
                  <a:lnTo>
                    <a:pt x="1813191" y="1136662"/>
                  </a:lnTo>
                  <a:lnTo>
                    <a:pt x="1812074" y="1137119"/>
                  </a:lnTo>
                  <a:lnTo>
                    <a:pt x="1810207" y="1138986"/>
                  </a:lnTo>
                  <a:lnTo>
                    <a:pt x="1809750" y="1140104"/>
                  </a:lnTo>
                  <a:lnTo>
                    <a:pt x="1809750" y="1142733"/>
                  </a:lnTo>
                  <a:lnTo>
                    <a:pt x="1810207" y="1143850"/>
                  </a:lnTo>
                  <a:lnTo>
                    <a:pt x="1812074" y="1145717"/>
                  </a:lnTo>
                  <a:lnTo>
                    <a:pt x="1813191" y="1146187"/>
                  </a:lnTo>
                  <a:lnTo>
                    <a:pt x="1815820" y="1146187"/>
                  </a:lnTo>
                  <a:lnTo>
                    <a:pt x="1816938" y="1145717"/>
                  </a:lnTo>
                  <a:lnTo>
                    <a:pt x="1818805" y="1143850"/>
                  </a:lnTo>
                  <a:lnTo>
                    <a:pt x="1819275" y="1142733"/>
                  </a:lnTo>
                  <a:lnTo>
                    <a:pt x="1819275" y="1140104"/>
                  </a:lnTo>
                  <a:close/>
                </a:path>
                <a:path w="4248150" h="1146809">
                  <a:moveTo>
                    <a:pt x="1819275" y="571779"/>
                  </a:moveTo>
                  <a:lnTo>
                    <a:pt x="1818805" y="570661"/>
                  </a:lnTo>
                  <a:lnTo>
                    <a:pt x="1816938" y="568794"/>
                  </a:lnTo>
                  <a:lnTo>
                    <a:pt x="1815820" y="568325"/>
                  </a:lnTo>
                  <a:lnTo>
                    <a:pt x="1813191" y="568325"/>
                  </a:lnTo>
                  <a:lnTo>
                    <a:pt x="1812074" y="568794"/>
                  </a:lnTo>
                  <a:lnTo>
                    <a:pt x="1810207" y="570661"/>
                  </a:lnTo>
                  <a:lnTo>
                    <a:pt x="1809750" y="571779"/>
                  </a:lnTo>
                  <a:lnTo>
                    <a:pt x="1809750" y="574408"/>
                  </a:lnTo>
                  <a:lnTo>
                    <a:pt x="1810207" y="575525"/>
                  </a:lnTo>
                  <a:lnTo>
                    <a:pt x="1812074" y="577392"/>
                  </a:lnTo>
                  <a:lnTo>
                    <a:pt x="1813191" y="577850"/>
                  </a:lnTo>
                  <a:lnTo>
                    <a:pt x="1815820" y="577850"/>
                  </a:lnTo>
                  <a:lnTo>
                    <a:pt x="1816938" y="577392"/>
                  </a:lnTo>
                  <a:lnTo>
                    <a:pt x="1818805" y="575525"/>
                  </a:lnTo>
                  <a:lnTo>
                    <a:pt x="1819275" y="574408"/>
                  </a:lnTo>
                  <a:lnTo>
                    <a:pt x="1819275" y="571779"/>
                  </a:lnTo>
                  <a:close/>
                </a:path>
                <a:path w="4248150" h="1146809">
                  <a:moveTo>
                    <a:pt x="1819275" y="3454"/>
                  </a:moveTo>
                  <a:lnTo>
                    <a:pt x="1818805" y="2336"/>
                  </a:lnTo>
                  <a:lnTo>
                    <a:pt x="1816938" y="469"/>
                  </a:lnTo>
                  <a:lnTo>
                    <a:pt x="1815820" y="0"/>
                  </a:lnTo>
                  <a:lnTo>
                    <a:pt x="1813191" y="0"/>
                  </a:lnTo>
                  <a:lnTo>
                    <a:pt x="1812074" y="469"/>
                  </a:lnTo>
                  <a:lnTo>
                    <a:pt x="1810207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07" y="7200"/>
                  </a:lnTo>
                  <a:lnTo>
                    <a:pt x="1812074" y="9067"/>
                  </a:lnTo>
                  <a:lnTo>
                    <a:pt x="1813191" y="9525"/>
                  </a:lnTo>
                  <a:lnTo>
                    <a:pt x="1815820" y="9525"/>
                  </a:lnTo>
                  <a:lnTo>
                    <a:pt x="1816938" y="9067"/>
                  </a:lnTo>
                  <a:lnTo>
                    <a:pt x="1818805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4248150" h="1146809">
                  <a:moveTo>
                    <a:pt x="1866887" y="1140104"/>
                  </a:moveTo>
                  <a:lnTo>
                    <a:pt x="1866430" y="1138986"/>
                  </a:lnTo>
                  <a:lnTo>
                    <a:pt x="1864563" y="1137119"/>
                  </a:lnTo>
                  <a:lnTo>
                    <a:pt x="1863445" y="1136662"/>
                  </a:lnTo>
                  <a:lnTo>
                    <a:pt x="1860816" y="1136662"/>
                  </a:lnTo>
                  <a:lnTo>
                    <a:pt x="1859699" y="1137119"/>
                  </a:lnTo>
                  <a:lnTo>
                    <a:pt x="1857832" y="1138986"/>
                  </a:lnTo>
                  <a:lnTo>
                    <a:pt x="1857375" y="1140104"/>
                  </a:lnTo>
                  <a:lnTo>
                    <a:pt x="1857375" y="1142733"/>
                  </a:lnTo>
                  <a:lnTo>
                    <a:pt x="1857832" y="1143850"/>
                  </a:lnTo>
                  <a:lnTo>
                    <a:pt x="1859699" y="1145717"/>
                  </a:lnTo>
                  <a:lnTo>
                    <a:pt x="1860816" y="1146187"/>
                  </a:lnTo>
                  <a:lnTo>
                    <a:pt x="1863445" y="1146187"/>
                  </a:lnTo>
                  <a:lnTo>
                    <a:pt x="1864563" y="1145717"/>
                  </a:lnTo>
                  <a:lnTo>
                    <a:pt x="1866430" y="1143850"/>
                  </a:lnTo>
                  <a:lnTo>
                    <a:pt x="1866887" y="1142733"/>
                  </a:lnTo>
                  <a:lnTo>
                    <a:pt x="1866887" y="1140104"/>
                  </a:lnTo>
                  <a:close/>
                </a:path>
                <a:path w="4248150" h="1146809">
                  <a:moveTo>
                    <a:pt x="1866887" y="571779"/>
                  </a:moveTo>
                  <a:lnTo>
                    <a:pt x="1866430" y="570661"/>
                  </a:lnTo>
                  <a:lnTo>
                    <a:pt x="1864563" y="568794"/>
                  </a:lnTo>
                  <a:lnTo>
                    <a:pt x="1863445" y="568325"/>
                  </a:lnTo>
                  <a:lnTo>
                    <a:pt x="1860816" y="568325"/>
                  </a:lnTo>
                  <a:lnTo>
                    <a:pt x="1859699" y="568794"/>
                  </a:lnTo>
                  <a:lnTo>
                    <a:pt x="1857832" y="570661"/>
                  </a:lnTo>
                  <a:lnTo>
                    <a:pt x="1857375" y="571779"/>
                  </a:lnTo>
                  <a:lnTo>
                    <a:pt x="1857375" y="574408"/>
                  </a:lnTo>
                  <a:lnTo>
                    <a:pt x="1857832" y="575525"/>
                  </a:lnTo>
                  <a:lnTo>
                    <a:pt x="1859699" y="577392"/>
                  </a:lnTo>
                  <a:lnTo>
                    <a:pt x="1860816" y="577850"/>
                  </a:lnTo>
                  <a:lnTo>
                    <a:pt x="1863445" y="577850"/>
                  </a:lnTo>
                  <a:lnTo>
                    <a:pt x="1864563" y="577392"/>
                  </a:lnTo>
                  <a:lnTo>
                    <a:pt x="1866430" y="575525"/>
                  </a:lnTo>
                  <a:lnTo>
                    <a:pt x="1866887" y="574408"/>
                  </a:lnTo>
                  <a:lnTo>
                    <a:pt x="1866887" y="571779"/>
                  </a:lnTo>
                  <a:close/>
                </a:path>
                <a:path w="4248150" h="1146809">
                  <a:moveTo>
                    <a:pt x="1866887" y="3454"/>
                  </a:moveTo>
                  <a:lnTo>
                    <a:pt x="1866430" y="2336"/>
                  </a:lnTo>
                  <a:lnTo>
                    <a:pt x="1864563" y="469"/>
                  </a:lnTo>
                  <a:lnTo>
                    <a:pt x="1863445" y="0"/>
                  </a:lnTo>
                  <a:lnTo>
                    <a:pt x="1860816" y="0"/>
                  </a:lnTo>
                  <a:lnTo>
                    <a:pt x="1859699" y="469"/>
                  </a:lnTo>
                  <a:lnTo>
                    <a:pt x="1857832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32" y="7200"/>
                  </a:lnTo>
                  <a:lnTo>
                    <a:pt x="1859699" y="9067"/>
                  </a:lnTo>
                  <a:lnTo>
                    <a:pt x="1860816" y="9525"/>
                  </a:lnTo>
                  <a:lnTo>
                    <a:pt x="1863445" y="9525"/>
                  </a:lnTo>
                  <a:lnTo>
                    <a:pt x="1864563" y="9067"/>
                  </a:lnTo>
                  <a:lnTo>
                    <a:pt x="1866430" y="7200"/>
                  </a:lnTo>
                  <a:lnTo>
                    <a:pt x="1866887" y="6083"/>
                  </a:lnTo>
                  <a:lnTo>
                    <a:pt x="1866887" y="3454"/>
                  </a:lnTo>
                  <a:close/>
                </a:path>
                <a:path w="4248150" h="1146809">
                  <a:moveTo>
                    <a:pt x="1914512" y="1140104"/>
                  </a:moveTo>
                  <a:lnTo>
                    <a:pt x="1914055" y="1138986"/>
                  </a:lnTo>
                  <a:lnTo>
                    <a:pt x="1912188" y="1137119"/>
                  </a:lnTo>
                  <a:lnTo>
                    <a:pt x="1911070" y="1136662"/>
                  </a:lnTo>
                  <a:lnTo>
                    <a:pt x="1908441" y="1136662"/>
                  </a:lnTo>
                  <a:lnTo>
                    <a:pt x="1907324" y="1137119"/>
                  </a:lnTo>
                  <a:lnTo>
                    <a:pt x="1905457" y="1138986"/>
                  </a:lnTo>
                  <a:lnTo>
                    <a:pt x="1904987" y="1140104"/>
                  </a:lnTo>
                  <a:lnTo>
                    <a:pt x="1904987" y="1142733"/>
                  </a:lnTo>
                  <a:lnTo>
                    <a:pt x="1905457" y="1143850"/>
                  </a:lnTo>
                  <a:lnTo>
                    <a:pt x="1907324" y="1145717"/>
                  </a:lnTo>
                  <a:lnTo>
                    <a:pt x="1908441" y="1146187"/>
                  </a:lnTo>
                  <a:lnTo>
                    <a:pt x="1911070" y="1146187"/>
                  </a:lnTo>
                  <a:lnTo>
                    <a:pt x="1912188" y="1145717"/>
                  </a:lnTo>
                  <a:lnTo>
                    <a:pt x="1914055" y="1143850"/>
                  </a:lnTo>
                  <a:lnTo>
                    <a:pt x="1914512" y="1142733"/>
                  </a:lnTo>
                  <a:lnTo>
                    <a:pt x="1914512" y="1140104"/>
                  </a:lnTo>
                  <a:close/>
                </a:path>
                <a:path w="4248150" h="1146809">
                  <a:moveTo>
                    <a:pt x="1914512" y="571779"/>
                  </a:moveTo>
                  <a:lnTo>
                    <a:pt x="1914055" y="570661"/>
                  </a:lnTo>
                  <a:lnTo>
                    <a:pt x="1912188" y="568794"/>
                  </a:lnTo>
                  <a:lnTo>
                    <a:pt x="1911070" y="568325"/>
                  </a:lnTo>
                  <a:lnTo>
                    <a:pt x="1908441" y="568325"/>
                  </a:lnTo>
                  <a:lnTo>
                    <a:pt x="1907324" y="568794"/>
                  </a:lnTo>
                  <a:lnTo>
                    <a:pt x="1905457" y="570661"/>
                  </a:lnTo>
                  <a:lnTo>
                    <a:pt x="1904987" y="571779"/>
                  </a:lnTo>
                  <a:lnTo>
                    <a:pt x="1904987" y="574408"/>
                  </a:lnTo>
                  <a:lnTo>
                    <a:pt x="1905457" y="575525"/>
                  </a:lnTo>
                  <a:lnTo>
                    <a:pt x="1907324" y="577392"/>
                  </a:lnTo>
                  <a:lnTo>
                    <a:pt x="1908441" y="577850"/>
                  </a:lnTo>
                  <a:lnTo>
                    <a:pt x="1911070" y="577850"/>
                  </a:lnTo>
                  <a:lnTo>
                    <a:pt x="1912188" y="577392"/>
                  </a:lnTo>
                  <a:lnTo>
                    <a:pt x="1914055" y="575525"/>
                  </a:lnTo>
                  <a:lnTo>
                    <a:pt x="1914512" y="574408"/>
                  </a:lnTo>
                  <a:lnTo>
                    <a:pt x="1914512" y="571779"/>
                  </a:lnTo>
                  <a:close/>
                </a:path>
                <a:path w="4248150" h="1146809">
                  <a:moveTo>
                    <a:pt x="1914512" y="3454"/>
                  </a:moveTo>
                  <a:lnTo>
                    <a:pt x="1914055" y="2336"/>
                  </a:lnTo>
                  <a:lnTo>
                    <a:pt x="1912188" y="469"/>
                  </a:lnTo>
                  <a:lnTo>
                    <a:pt x="1911070" y="0"/>
                  </a:lnTo>
                  <a:lnTo>
                    <a:pt x="1908441" y="0"/>
                  </a:lnTo>
                  <a:lnTo>
                    <a:pt x="1907324" y="469"/>
                  </a:lnTo>
                  <a:lnTo>
                    <a:pt x="1905457" y="2336"/>
                  </a:lnTo>
                  <a:lnTo>
                    <a:pt x="1904987" y="3454"/>
                  </a:lnTo>
                  <a:lnTo>
                    <a:pt x="1904987" y="6083"/>
                  </a:lnTo>
                  <a:lnTo>
                    <a:pt x="1905457" y="7200"/>
                  </a:lnTo>
                  <a:lnTo>
                    <a:pt x="1907324" y="9067"/>
                  </a:lnTo>
                  <a:lnTo>
                    <a:pt x="1908441" y="9525"/>
                  </a:lnTo>
                  <a:lnTo>
                    <a:pt x="1911070" y="9525"/>
                  </a:lnTo>
                  <a:lnTo>
                    <a:pt x="1912188" y="9067"/>
                  </a:lnTo>
                  <a:lnTo>
                    <a:pt x="1914055" y="7200"/>
                  </a:lnTo>
                  <a:lnTo>
                    <a:pt x="1914512" y="6083"/>
                  </a:lnTo>
                  <a:lnTo>
                    <a:pt x="1914512" y="3454"/>
                  </a:lnTo>
                  <a:close/>
                </a:path>
                <a:path w="4248150" h="1146809">
                  <a:moveTo>
                    <a:pt x="1962150" y="1140104"/>
                  </a:moveTo>
                  <a:lnTo>
                    <a:pt x="1961680" y="1138986"/>
                  </a:lnTo>
                  <a:lnTo>
                    <a:pt x="1959813" y="1137119"/>
                  </a:lnTo>
                  <a:lnTo>
                    <a:pt x="1958695" y="1136662"/>
                  </a:lnTo>
                  <a:lnTo>
                    <a:pt x="1956066" y="1136662"/>
                  </a:lnTo>
                  <a:lnTo>
                    <a:pt x="1954949" y="1137119"/>
                  </a:lnTo>
                  <a:lnTo>
                    <a:pt x="1953082" y="1138986"/>
                  </a:lnTo>
                  <a:lnTo>
                    <a:pt x="1952625" y="1140104"/>
                  </a:lnTo>
                  <a:lnTo>
                    <a:pt x="1952625" y="1142733"/>
                  </a:lnTo>
                  <a:lnTo>
                    <a:pt x="1953082" y="1143850"/>
                  </a:lnTo>
                  <a:lnTo>
                    <a:pt x="1954949" y="1145717"/>
                  </a:lnTo>
                  <a:lnTo>
                    <a:pt x="1956066" y="1146187"/>
                  </a:lnTo>
                  <a:lnTo>
                    <a:pt x="1958695" y="1146187"/>
                  </a:lnTo>
                  <a:lnTo>
                    <a:pt x="1959813" y="1145717"/>
                  </a:lnTo>
                  <a:lnTo>
                    <a:pt x="1961680" y="1143850"/>
                  </a:lnTo>
                  <a:lnTo>
                    <a:pt x="1962150" y="1142733"/>
                  </a:lnTo>
                  <a:lnTo>
                    <a:pt x="1962150" y="1140104"/>
                  </a:lnTo>
                  <a:close/>
                </a:path>
                <a:path w="4248150" h="1146809">
                  <a:moveTo>
                    <a:pt x="1962150" y="571779"/>
                  </a:moveTo>
                  <a:lnTo>
                    <a:pt x="1961680" y="570661"/>
                  </a:lnTo>
                  <a:lnTo>
                    <a:pt x="1959813" y="568794"/>
                  </a:lnTo>
                  <a:lnTo>
                    <a:pt x="1958695" y="568325"/>
                  </a:lnTo>
                  <a:lnTo>
                    <a:pt x="1956066" y="568325"/>
                  </a:lnTo>
                  <a:lnTo>
                    <a:pt x="1954949" y="568794"/>
                  </a:lnTo>
                  <a:lnTo>
                    <a:pt x="1953082" y="570661"/>
                  </a:lnTo>
                  <a:lnTo>
                    <a:pt x="1952625" y="571779"/>
                  </a:lnTo>
                  <a:lnTo>
                    <a:pt x="1952625" y="574408"/>
                  </a:lnTo>
                  <a:lnTo>
                    <a:pt x="1953082" y="575525"/>
                  </a:lnTo>
                  <a:lnTo>
                    <a:pt x="1954949" y="577392"/>
                  </a:lnTo>
                  <a:lnTo>
                    <a:pt x="1956066" y="577850"/>
                  </a:lnTo>
                  <a:lnTo>
                    <a:pt x="1958695" y="577850"/>
                  </a:lnTo>
                  <a:lnTo>
                    <a:pt x="1959813" y="577392"/>
                  </a:lnTo>
                  <a:lnTo>
                    <a:pt x="1961680" y="575525"/>
                  </a:lnTo>
                  <a:lnTo>
                    <a:pt x="1962150" y="574408"/>
                  </a:lnTo>
                  <a:lnTo>
                    <a:pt x="1962150" y="571779"/>
                  </a:lnTo>
                  <a:close/>
                </a:path>
                <a:path w="4248150" h="1146809">
                  <a:moveTo>
                    <a:pt x="1962150" y="3454"/>
                  </a:moveTo>
                  <a:lnTo>
                    <a:pt x="1961680" y="2336"/>
                  </a:lnTo>
                  <a:lnTo>
                    <a:pt x="1959813" y="469"/>
                  </a:lnTo>
                  <a:lnTo>
                    <a:pt x="1958695" y="0"/>
                  </a:lnTo>
                  <a:lnTo>
                    <a:pt x="1956066" y="0"/>
                  </a:lnTo>
                  <a:lnTo>
                    <a:pt x="1954949" y="469"/>
                  </a:lnTo>
                  <a:lnTo>
                    <a:pt x="1953082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82" y="7200"/>
                  </a:lnTo>
                  <a:lnTo>
                    <a:pt x="1954949" y="9067"/>
                  </a:lnTo>
                  <a:lnTo>
                    <a:pt x="1956066" y="9525"/>
                  </a:lnTo>
                  <a:lnTo>
                    <a:pt x="1958695" y="9525"/>
                  </a:lnTo>
                  <a:lnTo>
                    <a:pt x="1959813" y="9067"/>
                  </a:lnTo>
                  <a:lnTo>
                    <a:pt x="1961680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4248150" h="1146809">
                  <a:moveTo>
                    <a:pt x="2009775" y="1140104"/>
                  </a:moveTo>
                  <a:lnTo>
                    <a:pt x="2009305" y="1138986"/>
                  </a:lnTo>
                  <a:lnTo>
                    <a:pt x="2007438" y="1137119"/>
                  </a:lnTo>
                  <a:lnTo>
                    <a:pt x="2006320" y="1136662"/>
                  </a:lnTo>
                  <a:lnTo>
                    <a:pt x="2003691" y="1136662"/>
                  </a:lnTo>
                  <a:lnTo>
                    <a:pt x="2002574" y="1137119"/>
                  </a:lnTo>
                  <a:lnTo>
                    <a:pt x="2000707" y="1138986"/>
                  </a:lnTo>
                  <a:lnTo>
                    <a:pt x="2000250" y="1140104"/>
                  </a:lnTo>
                  <a:lnTo>
                    <a:pt x="2000250" y="1142733"/>
                  </a:lnTo>
                  <a:lnTo>
                    <a:pt x="2000707" y="1143850"/>
                  </a:lnTo>
                  <a:lnTo>
                    <a:pt x="2002574" y="1145717"/>
                  </a:lnTo>
                  <a:lnTo>
                    <a:pt x="2003691" y="1146187"/>
                  </a:lnTo>
                  <a:lnTo>
                    <a:pt x="2006320" y="1146187"/>
                  </a:lnTo>
                  <a:lnTo>
                    <a:pt x="2007438" y="1145717"/>
                  </a:lnTo>
                  <a:lnTo>
                    <a:pt x="2009305" y="1143850"/>
                  </a:lnTo>
                  <a:lnTo>
                    <a:pt x="2009775" y="1142733"/>
                  </a:lnTo>
                  <a:lnTo>
                    <a:pt x="2009775" y="1140104"/>
                  </a:lnTo>
                  <a:close/>
                </a:path>
                <a:path w="4248150" h="1146809">
                  <a:moveTo>
                    <a:pt x="2009775" y="571779"/>
                  </a:moveTo>
                  <a:lnTo>
                    <a:pt x="2009305" y="570661"/>
                  </a:lnTo>
                  <a:lnTo>
                    <a:pt x="2007438" y="568794"/>
                  </a:lnTo>
                  <a:lnTo>
                    <a:pt x="2006320" y="568325"/>
                  </a:lnTo>
                  <a:lnTo>
                    <a:pt x="2003691" y="568325"/>
                  </a:lnTo>
                  <a:lnTo>
                    <a:pt x="2002574" y="568794"/>
                  </a:lnTo>
                  <a:lnTo>
                    <a:pt x="2000707" y="570661"/>
                  </a:lnTo>
                  <a:lnTo>
                    <a:pt x="2000250" y="571779"/>
                  </a:lnTo>
                  <a:lnTo>
                    <a:pt x="2000250" y="574408"/>
                  </a:lnTo>
                  <a:lnTo>
                    <a:pt x="2000707" y="575525"/>
                  </a:lnTo>
                  <a:lnTo>
                    <a:pt x="2002574" y="577392"/>
                  </a:lnTo>
                  <a:lnTo>
                    <a:pt x="2003691" y="577850"/>
                  </a:lnTo>
                  <a:lnTo>
                    <a:pt x="2006320" y="577850"/>
                  </a:lnTo>
                  <a:lnTo>
                    <a:pt x="2007438" y="577392"/>
                  </a:lnTo>
                  <a:lnTo>
                    <a:pt x="2009305" y="575525"/>
                  </a:lnTo>
                  <a:lnTo>
                    <a:pt x="2009775" y="574408"/>
                  </a:lnTo>
                  <a:lnTo>
                    <a:pt x="2009775" y="571779"/>
                  </a:lnTo>
                  <a:close/>
                </a:path>
                <a:path w="4248150" h="1146809">
                  <a:moveTo>
                    <a:pt x="2009775" y="3454"/>
                  </a:moveTo>
                  <a:lnTo>
                    <a:pt x="2009305" y="2336"/>
                  </a:lnTo>
                  <a:lnTo>
                    <a:pt x="2007438" y="469"/>
                  </a:lnTo>
                  <a:lnTo>
                    <a:pt x="2006320" y="0"/>
                  </a:lnTo>
                  <a:lnTo>
                    <a:pt x="2003691" y="0"/>
                  </a:lnTo>
                  <a:lnTo>
                    <a:pt x="2002574" y="469"/>
                  </a:lnTo>
                  <a:lnTo>
                    <a:pt x="2000707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07" y="7200"/>
                  </a:lnTo>
                  <a:lnTo>
                    <a:pt x="2002574" y="9067"/>
                  </a:lnTo>
                  <a:lnTo>
                    <a:pt x="2003691" y="9525"/>
                  </a:lnTo>
                  <a:lnTo>
                    <a:pt x="2006320" y="9525"/>
                  </a:lnTo>
                  <a:lnTo>
                    <a:pt x="2007438" y="9067"/>
                  </a:lnTo>
                  <a:lnTo>
                    <a:pt x="2009305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4248150" h="1146809">
                  <a:moveTo>
                    <a:pt x="2057387" y="1140104"/>
                  </a:moveTo>
                  <a:lnTo>
                    <a:pt x="2056930" y="1138986"/>
                  </a:lnTo>
                  <a:lnTo>
                    <a:pt x="2055063" y="1137119"/>
                  </a:lnTo>
                  <a:lnTo>
                    <a:pt x="2053945" y="1136662"/>
                  </a:lnTo>
                  <a:lnTo>
                    <a:pt x="2051316" y="1136662"/>
                  </a:lnTo>
                  <a:lnTo>
                    <a:pt x="2050199" y="1137119"/>
                  </a:lnTo>
                  <a:lnTo>
                    <a:pt x="2048332" y="1138986"/>
                  </a:lnTo>
                  <a:lnTo>
                    <a:pt x="2047862" y="1140104"/>
                  </a:lnTo>
                  <a:lnTo>
                    <a:pt x="2047862" y="1142733"/>
                  </a:lnTo>
                  <a:lnTo>
                    <a:pt x="2048332" y="1143850"/>
                  </a:lnTo>
                  <a:lnTo>
                    <a:pt x="2050199" y="1145717"/>
                  </a:lnTo>
                  <a:lnTo>
                    <a:pt x="2051316" y="1146187"/>
                  </a:lnTo>
                  <a:lnTo>
                    <a:pt x="2053945" y="1146187"/>
                  </a:lnTo>
                  <a:lnTo>
                    <a:pt x="2055063" y="1145717"/>
                  </a:lnTo>
                  <a:lnTo>
                    <a:pt x="2056930" y="1143850"/>
                  </a:lnTo>
                  <a:lnTo>
                    <a:pt x="2057387" y="1142733"/>
                  </a:lnTo>
                  <a:lnTo>
                    <a:pt x="2057387" y="1140104"/>
                  </a:lnTo>
                  <a:close/>
                </a:path>
                <a:path w="4248150" h="1146809">
                  <a:moveTo>
                    <a:pt x="2057387" y="571779"/>
                  </a:moveTo>
                  <a:lnTo>
                    <a:pt x="2056930" y="570661"/>
                  </a:lnTo>
                  <a:lnTo>
                    <a:pt x="2055063" y="568794"/>
                  </a:lnTo>
                  <a:lnTo>
                    <a:pt x="2053945" y="568325"/>
                  </a:lnTo>
                  <a:lnTo>
                    <a:pt x="2051316" y="568325"/>
                  </a:lnTo>
                  <a:lnTo>
                    <a:pt x="2050199" y="568794"/>
                  </a:lnTo>
                  <a:lnTo>
                    <a:pt x="2048332" y="570661"/>
                  </a:lnTo>
                  <a:lnTo>
                    <a:pt x="2047862" y="571779"/>
                  </a:lnTo>
                  <a:lnTo>
                    <a:pt x="2047862" y="574408"/>
                  </a:lnTo>
                  <a:lnTo>
                    <a:pt x="2048332" y="575525"/>
                  </a:lnTo>
                  <a:lnTo>
                    <a:pt x="2050199" y="577392"/>
                  </a:lnTo>
                  <a:lnTo>
                    <a:pt x="2051316" y="577850"/>
                  </a:lnTo>
                  <a:lnTo>
                    <a:pt x="2053945" y="577850"/>
                  </a:lnTo>
                  <a:lnTo>
                    <a:pt x="2055063" y="577392"/>
                  </a:lnTo>
                  <a:lnTo>
                    <a:pt x="2056930" y="575525"/>
                  </a:lnTo>
                  <a:lnTo>
                    <a:pt x="2057387" y="574408"/>
                  </a:lnTo>
                  <a:lnTo>
                    <a:pt x="2057387" y="571779"/>
                  </a:lnTo>
                  <a:close/>
                </a:path>
                <a:path w="4248150" h="1146809">
                  <a:moveTo>
                    <a:pt x="2057387" y="3454"/>
                  </a:moveTo>
                  <a:lnTo>
                    <a:pt x="2056930" y="2336"/>
                  </a:lnTo>
                  <a:lnTo>
                    <a:pt x="2055063" y="469"/>
                  </a:lnTo>
                  <a:lnTo>
                    <a:pt x="2053945" y="0"/>
                  </a:lnTo>
                  <a:lnTo>
                    <a:pt x="2051316" y="0"/>
                  </a:lnTo>
                  <a:lnTo>
                    <a:pt x="2050199" y="469"/>
                  </a:lnTo>
                  <a:lnTo>
                    <a:pt x="2048332" y="2336"/>
                  </a:lnTo>
                  <a:lnTo>
                    <a:pt x="2047862" y="3454"/>
                  </a:lnTo>
                  <a:lnTo>
                    <a:pt x="2047862" y="6083"/>
                  </a:lnTo>
                  <a:lnTo>
                    <a:pt x="2048332" y="7200"/>
                  </a:lnTo>
                  <a:lnTo>
                    <a:pt x="2050199" y="9067"/>
                  </a:lnTo>
                  <a:lnTo>
                    <a:pt x="2051316" y="9525"/>
                  </a:lnTo>
                  <a:lnTo>
                    <a:pt x="2053945" y="9525"/>
                  </a:lnTo>
                  <a:lnTo>
                    <a:pt x="2055063" y="9067"/>
                  </a:lnTo>
                  <a:lnTo>
                    <a:pt x="2056930" y="7200"/>
                  </a:lnTo>
                  <a:lnTo>
                    <a:pt x="2057387" y="6083"/>
                  </a:lnTo>
                  <a:lnTo>
                    <a:pt x="2057387" y="3454"/>
                  </a:lnTo>
                  <a:close/>
                </a:path>
                <a:path w="4248150" h="1146809">
                  <a:moveTo>
                    <a:pt x="2105012" y="1140104"/>
                  </a:moveTo>
                  <a:lnTo>
                    <a:pt x="2104555" y="1138986"/>
                  </a:lnTo>
                  <a:lnTo>
                    <a:pt x="2102688" y="1137119"/>
                  </a:lnTo>
                  <a:lnTo>
                    <a:pt x="2101570" y="1136662"/>
                  </a:lnTo>
                  <a:lnTo>
                    <a:pt x="2098941" y="1136662"/>
                  </a:lnTo>
                  <a:lnTo>
                    <a:pt x="2097824" y="1137119"/>
                  </a:lnTo>
                  <a:lnTo>
                    <a:pt x="2095957" y="1138986"/>
                  </a:lnTo>
                  <a:lnTo>
                    <a:pt x="2095500" y="1140104"/>
                  </a:lnTo>
                  <a:lnTo>
                    <a:pt x="2095500" y="1142733"/>
                  </a:lnTo>
                  <a:lnTo>
                    <a:pt x="2095957" y="1143850"/>
                  </a:lnTo>
                  <a:lnTo>
                    <a:pt x="2097824" y="1145717"/>
                  </a:lnTo>
                  <a:lnTo>
                    <a:pt x="2098941" y="1146187"/>
                  </a:lnTo>
                  <a:lnTo>
                    <a:pt x="2101570" y="1146187"/>
                  </a:lnTo>
                  <a:lnTo>
                    <a:pt x="2102688" y="1145717"/>
                  </a:lnTo>
                  <a:lnTo>
                    <a:pt x="2104555" y="1143850"/>
                  </a:lnTo>
                  <a:lnTo>
                    <a:pt x="2105012" y="1142733"/>
                  </a:lnTo>
                  <a:lnTo>
                    <a:pt x="2105012" y="1140104"/>
                  </a:lnTo>
                  <a:close/>
                </a:path>
                <a:path w="4248150" h="1146809">
                  <a:moveTo>
                    <a:pt x="2105012" y="571779"/>
                  </a:moveTo>
                  <a:lnTo>
                    <a:pt x="2104555" y="570661"/>
                  </a:lnTo>
                  <a:lnTo>
                    <a:pt x="2102688" y="568794"/>
                  </a:lnTo>
                  <a:lnTo>
                    <a:pt x="2101570" y="568325"/>
                  </a:lnTo>
                  <a:lnTo>
                    <a:pt x="2098941" y="568325"/>
                  </a:lnTo>
                  <a:lnTo>
                    <a:pt x="2097824" y="568794"/>
                  </a:lnTo>
                  <a:lnTo>
                    <a:pt x="2095957" y="570661"/>
                  </a:lnTo>
                  <a:lnTo>
                    <a:pt x="2095500" y="571779"/>
                  </a:lnTo>
                  <a:lnTo>
                    <a:pt x="2095500" y="574408"/>
                  </a:lnTo>
                  <a:lnTo>
                    <a:pt x="2095957" y="575525"/>
                  </a:lnTo>
                  <a:lnTo>
                    <a:pt x="2097824" y="577392"/>
                  </a:lnTo>
                  <a:lnTo>
                    <a:pt x="2098941" y="577850"/>
                  </a:lnTo>
                  <a:lnTo>
                    <a:pt x="2101570" y="577850"/>
                  </a:lnTo>
                  <a:lnTo>
                    <a:pt x="2102688" y="577392"/>
                  </a:lnTo>
                  <a:lnTo>
                    <a:pt x="2104555" y="575525"/>
                  </a:lnTo>
                  <a:lnTo>
                    <a:pt x="2105012" y="574408"/>
                  </a:lnTo>
                  <a:lnTo>
                    <a:pt x="2105012" y="571779"/>
                  </a:lnTo>
                  <a:close/>
                </a:path>
                <a:path w="4248150" h="1146809">
                  <a:moveTo>
                    <a:pt x="2105012" y="3454"/>
                  </a:moveTo>
                  <a:lnTo>
                    <a:pt x="2104555" y="2336"/>
                  </a:lnTo>
                  <a:lnTo>
                    <a:pt x="2102688" y="469"/>
                  </a:lnTo>
                  <a:lnTo>
                    <a:pt x="2101570" y="0"/>
                  </a:lnTo>
                  <a:lnTo>
                    <a:pt x="2098941" y="0"/>
                  </a:lnTo>
                  <a:lnTo>
                    <a:pt x="2097824" y="469"/>
                  </a:lnTo>
                  <a:lnTo>
                    <a:pt x="2095957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57" y="7200"/>
                  </a:lnTo>
                  <a:lnTo>
                    <a:pt x="2097824" y="9067"/>
                  </a:lnTo>
                  <a:lnTo>
                    <a:pt x="2098941" y="9525"/>
                  </a:lnTo>
                  <a:lnTo>
                    <a:pt x="2101570" y="9525"/>
                  </a:lnTo>
                  <a:lnTo>
                    <a:pt x="2102688" y="9067"/>
                  </a:lnTo>
                  <a:lnTo>
                    <a:pt x="2104555" y="7200"/>
                  </a:lnTo>
                  <a:lnTo>
                    <a:pt x="2105012" y="6083"/>
                  </a:lnTo>
                  <a:lnTo>
                    <a:pt x="2105012" y="3454"/>
                  </a:lnTo>
                  <a:close/>
                </a:path>
                <a:path w="4248150" h="1146809">
                  <a:moveTo>
                    <a:pt x="2152650" y="1140104"/>
                  </a:moveTo>
                  <a:lnTo>
                    <a:pt x="2152180" y="1138986"/>
                  </a:lnTo>
                  <a:lnTo>
                    <a:pt x="2150313" y="1137119"/>
                  </a:lnTo>
                  <a:lnTo>
                    <a:pt x="2149195" y="1136662"/>
                  </a:lnTo>
                  <a:lnTo>
                    <a:pt x="2146566" y="1136662"/>
                  </a:lnTo>
                  <a:lnTo>
                    <a:pt x="2145449" y="1137119"/>
                  </a:lnTo>
                  <a:lnTo>
                    <a:pt x="2143582" y="1138986"/>
                  </a:lnTo>
                  <a:lnTo>
                    <a:pt x="2143125" y="1140104"/>
                  </a:lnTo>
                  <a:lnTo>
                    <a:pt x="2143125" y="1142733"/>
                  </a:lnTo>
                  <a:lnTo>
                    <a:pt x="2143582" y="1143850"/>
                  </a:lnTo>
                  <a:lnTo>
                    <a:pt x="2145449" y="1145717"/>
                  </a:lnTo>
                  <a:lnTo>
                    <a:pt x="2146566" y="1146187"/>
                  </a:lnTo>
                  <a:lnTo>
                    <a:pt x="2149195" y="1146187"/>
                  </a:lnTo>
                  <a:lnTo>
                    <a:pt x="2150313" y="1145717"/>
                  </a:lnTo>
                  <a:lnTo>
                    <a:pt x="2152180" y="1143850"/>
                  </a:lnTo>
                  <a:lnTo>
                    <a:pt x="2152650" y="1142733"/>
                  </a:lnTo>
                  <a:lnTo>
                    <a:pt x="2152650" y="1140104"/>
                  </a:lnTo>
                  <a:close/>
                </a:path>
                <a:path w="4248150" h="1146809">
                  <a:moveTo>
                    <a:pt x="2152650" y="571779"/>
                  </a:moveTo>
                  <a:lnTo>
                    <a:pt x="2152180" y="570661"/>
                  </a:lnTo>
                  <a:lnTo>
                    <a:pt x="2150313" y="568794"/>
                  </a:lnTo>
                  <a:lnTo>
                    <a:pt x="2149195" y="568325"/>
                  </a:lnTo>
                  <a:lnTo>
                    <a:pt x="2146566" y="568325"/>
                  </a:lnTo>
                  <a:lnTo>
                    <a:pt x="2145449" y="568794"/>
                  </a:lnTo>
                  <a:lnTo>
                    <a:pt x="2143582" y="570661"/>
                  </a:lnTo>
                  <a:lnTo>
                    <a:pt x="2143125" y="571779"/>
                  </a:lnTo>
                  <a:lnTo>
                    <a:pt x="2143125" y="574408"/>
                  </a:lnTo>
                  <a:lnTo>
                    <a:pt x="2143582" y="575525"/>
                  </a:lnTo>
                  <a:lnTo>
                    <a:pt x="2145449" y="577392"/>
                  </a:lnTo>
                  <a:lnTo>
                    <a:pt x="2146566" y="577850"/>
                  </a:lnTo>
                  <a:lnTo>
                    <a:pt x="2149195" y="577850"/>
                  </a:lnTo>
                  <a:lnTo>
                    <a:pt x="2150313" y="577392"/>
                  </a:lnTo>
                  <a:lnTo>
                    <a:pt x="2152180" y="575525"/>
                  </a:lnTo>
                  <a:lnTo>
                    <a:pt x="2152650" y="574408"/>
                  </a:lnTo>
                  <a:lnTo>
                    <a:pt x="2152650" y="571779"/>
                  </a:lnTo>
                  <a:close/>
                </a:path>
                <a:path w="4248150" h="1146809">
                  <a:moveTo>
                    <a:pt x="2152650" y="3454"/>
                  </a:moveTo>
                  <a:lnTo>
                    <a:pt x="2152180" y="2336"/>
                  </a:lnTo>
                  <a:lnTo>
                    <a:pt x="2150313" y="469"/>
                  </a:lnTo>
                  <a:lnTo>
                    <a:pt x="2149195" y="0"/>
                  </a:lnTo>
                  <a:lnTo>
                    <a:pt x="2146566" y="0"/>
                  </a:lnTo>
                  <a:lnTo>
                    <a:pt x="2145449" y="469"/>
                  </a:lnTo>
                  <a:lnTo>
                    <a:pt x="2143582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82" y="7200"/>
                  </a:lnTo>
                  <a:lnTo>
                    <a:pt x="2145449" y="9067"/>
                  </a:lnTo>
                  <a:lnTo>
                    <a:pt x="2146566" y="9525"/>
                  </a:lnTo>
                  <a:lnTo>
                    <a:pt x="2149195" y="9525"/>
                  </a:lnTo>
                  <a:lnTo>
                    <a:pt x="2150313" y="9067"/>
                  </a:lnTo>
                  <a:lnTo>
                    <a:pt x="2152180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4248150" h="1146809">
                  <a:moveTo>
                    <a:pt x="2200275" y="1140104"/>
                  </a:moveTo>
                  <a:lnTo>
                    <a:pt x="2199805" y="1138986"/>
                  </a:lnTo>
                  <a:lnTo>
                    <a:pt x="2197938" y="1137119"/>
                  </a:lnTo>
                  <a:lnTo>
                    <a:pt x="2196820" y="1136662"/>
                  </a:lnTo>
                  <a:lnTo>
                    <a:pt x="2194191" y="1136662"/>
                  </a:lnTo>
                  <a:lnTo>
                    <a:pt x="2193074" y="1137119"/>
                  </a:lnTo>
                  <a:lnTo>
                    <a:pt x="2191207" y="1138986"/>
                  </a:lnTo>
                  <a:lnTo>
                    <a:pt x="2190737" y="1140104"/>
                  </a:lnTo>
                  <a:lnTo>
                    <a:pt x="2190737" y="1142733"/>
                  </a:lnTo>
                  <a:lnTo>
                    <a:pt x="2191207" y="1143850"/>
                  </a:lnTo>
                  <a:lnTo>
                    <a:pt x="2193074" y="1145717"/>
                  </a:lnTo>
                  <a:lnTo>
                    <a:pt x="2194191" y="1146187"/>
                  </a:lnTo>
                  <a:lnTo>
                    <a:pt x="2196820" y="1146187"/>
                  </a:lnTo>
                  <a:lnTo>
                    <a:pt x="2197938" y="1145717"/>
                  </a:lnTo>
                  <a:lnTo>
                    <a:pt x="2199805" y="1143850"/>
                  </a:lnTo>
                  <a:lnTo>
                    <a:pt x="2200275" y="1142733"/>
                  </a:lnTo>
                  <a:lnTo>
                    <a:pt x="2200275" y="1140104"/>
                  </a:lnTo>
                  <a:close/>
                </a:path>
                <a:path w="4248150" h="1146809">
                  <a:moveTo>
                    <a:pt x="2200275" y="571779"/>
                  </a:moveTo>
                  <a:lnTo>
                    <a:pt x="2199805" y="570661"/>
                  </a:lnTo>
                  <a:lnTo>
                    <a:pt x="2197938" y="568794"/>
                  </a:lnTo>
                  <a:lnTo>
                    <a:pt x="2196820" y="568325"/>
                  </a:lnTo>
                  <a:lnTo>
                    <a:pt x="2194191" y="568325"/>
                  </a:lnTo>
                  <a:lnTo>
                    <a:pt x="2193074" y="568794"/>
                  </a:lnTo>
                  <a:lnTo>
                    <a:pt x="2191207" y="570661"/>
                  </a:lnTo>
                  <a:lnTo>
                    <a:pt x="2190737" y="571779"/>
                  </a:lnTo>
                  <a:lnTo>
                    <a:pt x="2190737" y="574408"/>
                  </a:lnTo>
                  <a:lnTo>
                    <a:pt x="2191207" y="575525"/>
                  </a:lnTo>
                  <a:lnTo>
                    <a:pt x="2193074" y="577392"/>
                  </a:lnTo>
                  <a:lnTo>
                    <a:pt x="2194191" y="577850"/>
                  </a:lnTo>
                  <a:lnTo>
                    <a:pt x="2196820" y="577850"/>
                  </a:lnTo>
                  <a:lnTo>
                    <a:pt x="2197938" y="577392"/>
                  </a:lnTo>
                  <a:lnTo>
                    <a:pt x="2199805" y="575525"/>
                  </a:lnTo>
                  <a:lnTo>
                    <a:pt x="2200275" y="574408"/>
                  </a:lnTo>
                  <a:lnTo>
                    <a:pt x="2200275" y="571779"/>
                  </a:lnTo>
                  <a:close/>
                </a:path>
                <a:path w="4248150" h="1146809">
                  <a:moveTo>
                    <a:pt x="2200275" y="3454"/>
                  </a:moveTo>
                  <a:lnTo>
                    <a:pt x="2199805" y="2336"/>
                  </a:lnTo>
                  <a:lnTo>
                    <a:pt x="2197938" y="469"/>
                  </a:lnTo>
                  <a:lnTo>
                    <a:pt x="2196820" y="0"/>
                  </a:lnTo>
                  <a:lnTo>
                    <a:pt x="2194191" y="0"/>
                  </a:lnTo>
                  <a:lnTo>
                    <a:pt x="2193074" y="469"/>
                  </a:lnTo>
                  <a:lnTo>
                    <a:pt x="2191207" y="2336"/>
                  </a:lnTo>
                  <a:lnTo>
                    <a:pt x="2190737" y="3454"/>
                  </a:lnTo>
                  <a:lnTo>
                    <a:pt x="2190737" y="6083"/>
                  </a:lnTo>
                  <a:lnTo>
                    <a:pt x="2191207" y="7200"/>
                  </a:lnTo>
                  <a:lnTo>
                    <a:pt x="2193074" y="9067"/>
                  </a:lnTo>
                  <a:lnTo>
                    <a:pt x="2194191" y="9525"/>
                  </a:lnTo>
                  <a:lnTo>
                    <a:pt x="2196820" y="9525"/>
                  </a:lnTo>
                  <a:lnTo>
                    <a:pt x="2197938" y="9067"/>
                  </a:lnTo>
                  <a:lnTo>
                    <a:pt x="2199805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4248150" h="1146809">
                  <a:moveTo>
                    <a:pt x="2247900" y="1140104"/>
                  </a:moveTo>
                  <a:lnTo>
                    <a:pt x="2247430" y="1138986"/>
                  </a:lnTo>
                  <a:lnTo>
                    <a:pt x="2245563" y="1137119"/>
                  </a:lnTo>
                  <a:lnTo>
                    <a:pt x="2244445" y="1136662"/>
                  </a:lnTo>
                  <a:lnTo>
                    <a:pt x="2241816" y="1136662"/>
                  </a:lnTo>
                  <a:lnTo>
                    <a:pt x="2240699" y="1137119"/>
                  </a:lnTo>
                  <a:lnTo>
                    <a:pt x="2238832" y="1138986"/>
                  </a:lnTo>
                  <a:lnTo>
                    <a:pt x="2238375" y="1140104"/>
                  </a:lnTo>
                  <a:lnTo>
                    <a:pt x="2238375" y="1142733"/>
                  </a:lnTo>
                  <a:lnTo>
                    <a:pt x="2238832" y="1143850"/>
                  </a:lnTo>
                  <a:lnTo>
                    <a:pt x="2240699" y="1145717"/>
                  </a:lnTo>
                  <a:lnTo>
                    <a:pt x="2241816" y="1146187"/>
                  </a:lnTo>
                  <a:lnTo>
                    <a:pt x="2244445" y="1146187"/>
                  </a:lnTo>
                  <a:lnTo>
                    <a:pt x="2245563" y="1145717"/>
                  </a:lnTo>
                  <a:lnTo>
                    <a:pt x="2247430" y="1143850"/>
                  </a:lnTo>
                  <a:lnTo>
                    <a:pt x="2247900" y="1142733"/>
                  </a:lnTo>
                  <a:lnTo>
                    <a:pt x="2247900" y="1140104"/>
                  </a:lnTo>
                  <a:close/>
                </a:path>
                <a:path w="4248150" h="1146809">
                  <a:moveTo>
                    <a:pt x="2247900" y="571779"/>
                  </a:moveTo>
                  <a:lnTo>
                    <a:pt x="2247430" y="570661"/>
                  </a:lnTo>
                  <a:lnTo>
                    <a:pt x="2245563" y="568794"/>
                  </a:lnTo>
                  <a:lnTo>
                    <a:pt x="2244445" y="568325"/>
                  </a:lnTo>
                  <a:lnTo>
                    <a:pt x="2241816" y="568325"/>
                  </a:lnTo>
                  <a:lnTo>
                    <a:pt x="2240699" y="568794"/>
                  </a:lnTo>
                  <a:lnTo>
                    <a:pt x="2238832" y="570661"/>
                  </a:lnTo>
                  <a:lnTo>
                    <a:pt x="2238375" y="571779"/>
                  </a:lnTo>
                  <a:lnTo>
                    <a:pt x="2238375" y="574408"/>
                  </a:lnTo>
                  <a:lnTo>
                    <a:pt x="2238832" y="575525"/>
                  </a:lnTo>
                  <a:lnTo>
                    <a:pt x="2240699" y="577392"/>
                  </a:lnTo>
                  <a:lnTo>
                    <a:pt x="2241816" y="577850"/>
                  </a:lnTo>
                  <a:lnTo>
                    <a:pt x="2244445" y="577850"/>
                  </a:lnTo>
                  <a:lnTo>
                    <a:pt x="2245563" y="577392"/>
                  </a:lnTo>
                  <a:lnTo>
                    <a:pt x="2247430" y="575525"/>
                  </a:lnTo>
                  <a:lnTo>
                    <a:pt x="2247900" y="574408"/>
                  </a:lnTo>
                  <a:lnTo>
                    <a:pt x="2247900" y="571779"/>
                  </a:lnTo>
                  <a:close/>
                </a:path>
                <a:path w="4248150" h="1146809">
                  <a:moveTo>
                    <a:pt x="2247900" y="3454"/>
                  </a:moveTo>
                  <a:lnTo>
                    <a:pt x="2247430" y="2336"/>
                  </a:lnTo>
                  <a:lnTo>
                    <a:pt x="2245563" y="469"/>
                  </a:lnTo>
                  <a:lnTo>
                    <a:pt x="2244445" y="0"/>
                  </a:lnTo>
                  <a:lnTo>
                    <a:pt x="2241816" y="0"/>
                  </a:lnTo>
                  <a:lnTo>
                    <a:pt x="2240699" y="469"/>
                  </a:lnTo>
                  <a:lnTo>
                    <a:pt x="2238832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32" y="7200"/>
                  </a:lnTo>
                  <a:lnTo>
                    <a:pt x="2240699" y="9067"/>
                  </a:lnTo>
                  <a:lnTo>
                    <a:pt x="2241816" y="9525"/>
                  </a:lnTo>
                  <a:lnTo>
                    <a:pt x="2244445" y="9525"/>
                  </a:lnTo>
                  <a:lnTo>
                    <a:pt x="2245563" y="9067"/>
                  </a:lnTo>
                  <a:lnTo>
                    <a:pt x="2247430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4248150" h="1146809">
                  <a:moveTo>
                    <a:pt x="2295525" y="1140104"/>
                  </a:moveTo>
                  <a:lnTo>
                    <a:pt x="2295055" y="1138986"/>
                  </a:lnTo>
                  <a:lnTo>
                    <a:pt x="2293188" y="1137119"/>
                  </a:lnTo>
                  <a:lnTo>
                    <a:pt x="2292070" y="1136662"/>
                  </a:lnTo>
                  <a:lnTo>
                    <a:pt x="2289441" y="1136662"/>
                  </a:lnTo>
                  <a:lnTo>
                    <a:pt x="2288324" y="1137119"/>
                  </a:lnTo>
                  <a:lnTo>
                    <a:pt x="2286457" y="1138986"/>
                  </a:lnTo>
                  <a:lnTo>
                    <a:pt x="2286000" y="1140104"/>
                  </a:lnTo>
                  <a:lnTo>
                    <a:pt x="2286000" y="1142733"/>
                  </a:lnTo>
                  <a:lnTo>
                    <a:pt x="2286457" y="1143850"/>
                  </a:lnTo>
                  <a:lnTo>
                    <a:pt x="2288324" y="1145717"/>
                  </a:lnTo>
                  <a:lnTo>
                    <a:pt x="2289441" y="1146187"/>
                  </a:lnTo>
                  <a:lnTo>
                    <a:pt x="2292070" y="1146187"/>
                  </a:lnTo>
                  <a:lnTo>
                    <a:pt x="2293188" y="1145717"/>
                  </a:lnTo>
                  <a:lnTo>
                    <a:pt x="2295055" y="1143850"/>
                  </a:lnTo>
                  <a:lnTo>
                    <a:pt x="2295525" y="1142733"/>
                  </a:lnTo>
                  <a:lnTo>
                    <a:pt x="2295525" y="1140104"/>
                  </a:lnTo>
                  <a:close/>
                </a:path>
                <a:path w="4248150" h="1146809">
                  <a:moveTo>
                    <a:pt x="2295525" y="571779"/>
                  </a:moveTo>
                  <a:lnTo>
                    <a:pt x="2295055" y="570661"/>
                  </a:lnTo>
                  <a:lnTo>
                    <a:pt x="2293188" y="568794"/>
                  </a:lnTo>
                  <a:lnTo>
                    <a:pt x="2292070" y="568325"/>
                  </a:lnTo>
                  <a:lnTo>
                    <a:pt x="2289441" y="568325"/>
                  </a:lnTo>
                  <a:lnTo>
                    <a:pt x="2288324" y="568794"/>
                  </a:lnTo>
                  <a:lnTo>
                    <a:pt x="2286457" y="570661"/>
                  </a:lnTo>
                  <a:lnTo>
                    <a:pt x="2286000" y="571779"/>
                  </a:lnTo>
                  <a:lnTo>
                    <a:pt x="2286000" y="574408"/>
                  </a:lnTo>
                  <a:lnTo>
                    <a:pt x="2286457" y="575525"/>
                  </a:lnTo>
                  <a:lnTo>
                    <a:pt x="2288324" y="577392"/>
                  </a:lnTo>
                  <a:lnTo>
                    <a:pt x="2289441" y="577850"/>
                  </a:lnTo>
                  <a:lnTo>
                    <a:pt x="2292070" y="577850"/>
                  </a:lnTo>
                  <a:lnTo>
                    <a:pt x="2293188" y="577392"/>
                  </a:lnTo>
                  <a:lnTo>
                    <a:pt x="2295055" y="575525"/>
                  </a:lnTo>
                  <a:lnTo>
                    <a:pt x="2295525" y="574408"/>
                  </a:lnTo>
                  <a:lnTo>
                    <a:pt x="2295525" y="571779"/>
                  </a:lnTo>
                  <a:close/>
                </a:path>
                <a:path w="4248150" h="1146809">
                  <a:moveTo>
                    <a:pt x="2295525" y="3454"/>
                  </a:moveTo>
                  <a:lnTo>
                    <a:pt x="2295055" y="2336"/>
                  </a:lnTo>
                  <a:lnTo>
                    <a:pt x="2293188" y="469"/>
                  </a:lnTo>
                  <a:lnTo>
                    <a:pt x="2292070" y="0"/>
                  </a:lnTo>
                  <a:lnTo>
                    <a:pt x="2289441" y="0"/>
                  </a:lnTo>
                  <a:lnTo>
                    <a:pt x="2288324" y="469"/>
                  </a:lnTo>
                  <a:lnTo>
                    <a:pt x="2286457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57" y="7200"/>
                  </a:lnTo>
                  <a:lnTo>
                    <a:pt x="2288324" y="9067"/>
                  </a:lnTo>
                  <a:lnTo>
                    <a:pt x="2289441" y="9525"/>
                  </a:lnTo>
                  <a:lnTo>
                    <a:pt x="2292070" y="9525"/>
                  </a:lnTo>
                  <a:lnTo>
                    <a:pt x="2293188" y="9067"/>
                  </a:lnTo>
                  <a:lnTo>
                    <a:pt x="2295055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4248150" h="1146809">
                  <a:moveTo>
                    <a:pt x="2343150" y="1140104"/>
                  </a:moveTo>
                  <a:lnTo>
                    <a:pt x="2342680" y="1138986"/>
                  </a:lnTo>
                  <a:lnTo>
                    <a:pt x="2340813" y="1137119"/>
                  </a:lnTo>
                  <a:lnTo>
                    <a:pt x="2339695" y="1136662"/>
                  </a:lnTo>
                  <a:lnTo>
                    <a:pt x="2337066" y="1136662"/>
                  </a:lnTo>
                  <a:lnTo>
                    <a:pt x="2335949" y="1137119"/>
                  </a:lnTo>
                  <a:lnTo>
                    <a:pt x="2334082" y="1138986"/>
                  </a:lnTo>
                  <a:lnTo>
                    <a:pt x="2333625" y="1140104"/>
                  </a:lnTo>
                  <a:lnTo>
                    <a:pt x="2333625" y="1142733"/>
                  </a:lnTo>
                  <a:lnTo>
                    <a:pt x="2334082" y="1143850"/>
                  </a:lnTo>
                  <a:lnTo>
                    <a:pt x="2335949" y="1145717"/>
                  </a:lnTo>
                  <a:lnTo>
                    <a:pt x="2337066" y="1146187"/>
                  </a:lnTo>
                  <a:lnTo>
                    <a:pt x="2339695" y="1146187"/>
                  </a:lnTo>
                  <a:lnTo>
                    <a:pt x="2340813" y="1145717"/>
                  </a:lnTo>
                  <a:lnTo>
                    <a:pt x="2342680" y="1143850"/>
                  </a:lnTo>
                  <a:lnTo>
                    <a:pt x="2343150" y="1142733"/>
                  </a:lnTo>
                  <a:lnTo>
                    <a:pt x="2343150" y="1140104"/>
                  </a:lnTo>
                  <a:close/>
                </a:path>
                <a:path w="4248150" h="1146809">
                  <a:moveTo>
                    <a:pt x="2343150" y="571779"/>
                  </a:moveTo>
                  <a:lnTo>
                    <a:pt x="2342680" y="570661"/>
                  </a:lnTo>
                  <a:lnTo>
                    <a:pt x="2340813" y="568794"/>
                  </a:lnTo>
                  <a:lnTo>
                    <a:pt x="2339695" y="568325"/>
                  </a:lnTo>
                  <a:lnTo>
                    <a:pt x="2337066" y="568325"/>
                  </a:lnTo>
                  <a:lnTo>
                    <a:pt x="2335949" y="568794"/>
                  </a:lnTo>
                  <a:lnTo>
                    <a:pt x="2334082" y="570661"/>
                  </a:lnTo>
                  <a:lnTo>
                    <a:pt x="2333625" y="571779"/>
                  </a:lnTo>
                  <a:lnTo>
                    <a:pt x="2333625" y="574408"/>
                  </a:lnTo>
                  <a:lnTo>
                    <a:pt x="2334082" y="575525"/>
                  </a:lnTo>
                  <a:lnTo>
                    <a:pt x="2335949" y="577392"/>
                  </a:lnTo>
                  <a:lnTo>
                    <a:pt x="2337066" y="577850"/>
                  </a:lnTo>
                  <a:lnTo>
                    <a:pt x="2339695" y="577850"/>
                  </a:lnTo>
                  <a:lnTo>
                    <a:pt x="2340813" y="577392"/>
                  </a:lnTo>
                  <a:lnTo>
                    <a:pt x="2342680" y="575525"/>
                  </a:lnTo>
                  <a:lnTo>
                    <a:pt x="2343150" y="574408"/>
                  </a:lnTo>
                  <a:lnTo>
                    <a:pt x="2343150" y="571779"/>
                  </a:lnTo>
                  <a:close/>
                </a:path>
                <a:path w="4248150" h="1146809">
                  <a:moveTo>
                    <a:pt x="2343150" y="3454"/>
                  </a:moveTo>
                  <a:lnTo>
                    <a:pt x="2342680" y="2336"/>
                  </a:lnTo>
                  <a:lnTo>
                    <a:pt x="2340813" y="469"/>
                  </a:lnTo>
                  <a:lnTo>
                    <a:pt x="2339695" y="0"/>
                  </a:lnTo>
                  <a:lnTo>
                    <a:pt x="2337066" y="0"/>
                  </a:lnTo>
                  <a:lnTo>
                    <a:pt x="2335949" y="469"/>
                  </a:lnTo>
                  <a:lnTo>
                    <a:pt x="2334082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82" y="7200"/>
                  </a:lnTo>
                  <a:lnTo>
                    <a:pt x="2335949" y="9067"/>
                  </a:lnTo>
                  <a:lnTo>
                    <a:pt x="2337066" y="9525"/>
                  </a:lnTo>
                  <a:lnTo>
                    <a:pt x="2339695" y="9525"/>
                  </a:lnTo>
                  <a:lnTo>
                    <a:pt x="2340813" y="9067"/>
                  </a:lnTo>
                  <a:lnTo>
                    <a:pt x="2342680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4248150" h="1146809">
                  <a:moveTo>
                    <a:pt x="2390762" y="1140104"/>
                  </a:moveTo>
                  <a:lnTo>
                    <a:pt x="2390305" y="1138986"/>
                  </a:lnTo>
                  <a:lnTo>
                    <a:pt x="2388438" y="1137119"/>
                  </a:lnTo>
                  <a:lnTo>
                    <a:pt x="2387320" y="1136662"/>
                  </a:lnTo>
                  <a:lnTo>
                    <a:pt x="2384691" y="1136662"/>
                  </a:lnTo>
                  <a:lnTo>
                    <a:pt x="2383574" y="1137119"/>
                  </a:lnTo>
                  <a:lnTo>
                    <a:pt x="2381707" y="1138986"/>
                  </a:lnTo>
                  <a:lnTo>
                    <a:pt x="2381250" y="1140104"/>
                  </a:lnTo>
                  <a:lnTo>
                    <a:pt x="2381250" y="1142733"/>
                  </a:lnTo>
                  <a:lnTo>
                    <a:pt x="2381707" y="1143850"/>
                  </a:lnTo>
                  <a:lnTo>
                    <a:pt x="2383574" y="1145717"/>
                  </a:lnTo>
                  <a:lnTo>
                    <a:pt x="2384691" y="1146187"/>
                  </a:lnTo>
                  <a:lnTo>
                    <a:pt x="2387320" y="1146187"/>
                  </a:lnTo>
                  <a:lnTo>
                    <a:pt x="2388438" y="1145717"/>
                  </a:lnTo>
                  <a:lnTo>
                    <a:pt x="2390305" y="1143850"/>
                  </a:lnTo>
                  <a:lnTo>
                    <a:pt x="2390762" y="1142733"/>
                  </a:lnTo>
                  <a:lnTo>
                    <a:pt x="2390762" y="1140104"/>
                  </a:lnTo>
                  <a:close/>
                </a:path>
                <a:path w="4248150" h="1146809">
                  <a:moveTo>
                    <a:pt x="2390762" y="571779"/>
                  </a:moveTo>
                  <a:lnTo>
                    <a:pt x="2390305" y="570661"/>
                  </a:lnTo>
                  <a:lnTo>
                    <a:pt x="2388438" y="568794"/>
                  </a:lnTo>
                  <a:lnTo>
                    <a:pt x="2387320" y="568325"/>
                  </a:lnTo>
                  <a:lnTo>
                    <a:pt x="2384691" y="568325"/>
                  </a:lnTo>
                  <a:lnTo>
                    <a:pt x="2383574" y="568794"/>
                  </a:lnTo>
                  <a:lnTo>
                    <a:pt x="2381707" y="570661"/>
                  </a:lnTo>
                  <a:lnTo>
                    <a:pt x="2381250" y="571779"/>
                  </a:lnTo>
                  <a:lnTo>
                    <a:pt x="2381250" y="574408"/>
                  </a:lnTo>
                  <a:lnTo>
                    <a:pt x="2381707" y="575525"/>
                  </a:lnTo>
                  <a:lnTo>
                    <a:pt x="2383574" y="577392"/>
                  </a:lnTo>
                  <a:lnTo>
                    <a:pt x="2384691" y="577850"/>
                  </a:lnTo>
                  <a:lnTo>
                    <a:pt x="2387320" y="577850"/>
                  </a:lnTo>
                  <a:lnTo>
                    <a:pt x="2388438" y="577392"/>
                  </a:lnTo>
                  <a:lnTo>
                    <a:pt x="2390305" y="575525"/>
                  </a:lnTo>
                  <a:lnTo>
                    <a:pt x="2390762" y="574408"/>
                  </a:lnTo>
                  <a:lnTo>
                    <a:pt x="2390762" y="571779"/>
                  </a:lnTo>
                  <a:close/>
                </a:path>
                <a:path w="4248150" h="1146809">
                  <a:moveTo>
                    <a:pt x="2390762" y="3454"/>
                  </a:moveTo>
                  <a:lnTo>
                    <a:pt x="2390305" y="2336"/>
                  </a:lnTo>
                  <a:lnTo>
                    <a:pt x="2388438" y="469"/>
                  </a:lnTo>
                  <a:lnTo>
                    <a:pt x="2387320" y="0"/>
                  </a:lnTo>
                  <a:lnTo>
                    <a:pt x="2384691" y="0"/>
                  </a:lnTo>
                  <a:lnTo>
                    <a:pt x="2383574" y="469"/>
                  </a:lnTo>
                  <a:lnTo>
                    <a:pt x="2381707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07" y="7200"/>
                  </a:lnTo>
                  <a:lnTo>
                    <a:pt x="2383574" y="9067"/>
                  </a:lnTo>
                  <a:lnTo>
                    <a:pt x="2384691" y="9525"/>
                  </a:lnTo>
                  <a:lnTo>
                    <a:pt x="2387320" y="9525"/>
                  </a:lnTo>
                  <a:lnTo>
                    <a:pt x="2388438" y="9067"/>
                  </a:lnTo>
                  <a:lnTo>
                    <a:pt x="2390305" y="7200"/>
                  </a:lnTo>
                  <a:lnTo>
                    <a:pt x="2390762" y="6083"/>
                  </a:lnTo>
                  <a:lnTo>
                    <a:pt x="2390762" y="3454"/>
                  </a:lnTo>
                  <a:close/>
                </a:path>
                <a:path w="4248150" h="1146809">
                  <a:moveTo>
                    <a:pt x="2438400" y="1140104"/>
                  </a:moveTo>
                  <a:lnTo>
                    <a:pt x="2437930" y="1138986"/>
                  </a:lnTo>
                  <a:lnTo>
                    <a:pt x="2436063" y="1137119"/>
                  </a:lnTo>
                  <a:lnTo>
                    <a:pt x="2434945" y="1136662"/>
                  </a:lnTo>
                  <a:lnTo>
                    <a:pt x="2432316" y="1136662"/>
                  </a:lnTo>
                  <a:lnTo>
                    <a:pt x="2431199" y="1137119"/>
                  </a:lnTo>
                  <a:lnTo>
                    <a:pt x="2429332" y="1138986"/>
                  </a:lnTo>
                  <a:lnTo>
                    <a:pt x="2428862" y="1140104"/>
                  </a:lnTo>
                  <a:lnTo>
                    <a:pt x="2428862" y="1142733"/>
                  </a:lnTo>
                  <a:lnTo>
                    <a:pt x="2429332" y="1143850"/>
                  </a:lnTo>
                  <a:lnTo>
                    <a:pt x="2431199" y="1145717"/>
                  </a:lnTo>
                  <a:lnTo>
                    <a:pt x="2432316" y="1146187"/>
                  </a:lnTo>
                  <a:lnTo>
                    <a:pt x="2434945" y="1146187"/>
                  </a:lnTo>
                  <a:lnTo>
                    <a:pt x="2436063" y="1145717"/>
                  </a:lnTo>
                  <a:lnTo>
                    <a:pt x="2437930" y="1143850"/>
                  </a:lnTo>
                  <a:lnTo>
                    <a:pt x="2438400" y="1142733"/>
                  </a:lnTo>
                  <a:lnTo>
                    <a:pt x="2438400" y="1140104"/>
                  </a:lnTo>
                  <a:close/>
                </a:path>
                <a:path w="4248150" h="1146809">
                  <a:moveTo>
                    <a:pt x="2438400" y="571779"/>
                  </a:moveTo>
                  <a:lnTo>
                    <a:pt x="2437930" y="570661"/>
                  </a:lnTo>
                  <a:lnTo>
                    <a:pt x="2436063" y="568794"/>
                  </a:lnTo>
                  <a:lnTo>
                    <a:pt x="2434945" y="568325"/>
                  </a:lnTo>
                  <a:lnTo>
                    <a:pt x="2432316" y="568325"/>
                  </a:lnTo>
                  <a:lnTo>
                    <a:pt x="2431199" y="568794"/>
                  </a:lnTo>
                  <a:lnTo>
                    <a:pt x="2429332" y="570661"/>
                  </a:lnTo>
                  <a:lnTo>
                    <a:pt x="2428862" y="571779"/>
                  </a:lnTo>
                  <a:lnTo>
                    <a:pt x="2428862" y="574408"/>
                  </a:lnTo>
                  <a:lnTo>
                    <a:pt x="2429332" y="575525"/>
                  </a:lnTo>
                  <a:lnTo>
                    <a:pt x="2431199" y="577392"/>
                  </a:lnTo>
                  <a:lnTo>
                    <a:pt x="2432316" y="577850"/>
                  </a:lnTo>
                  <a:lnTo>
                    <a:pt x="2434945" y="577850"/>
                  </a:lnTo>
                  <a:lnTo>
                    <a:pt x="2436063" y="577392"/>
                  </a:lnTo>
                  <a:lnTo>
                    <a:pt x="2437930" y="575525"/>
                  </a:lnTo>
                  <a:lnTo>
                    <a:pt x="2438400" y="574408"/>
                  </a:lnTo>
                  <a:lnTo>
                    <a:pt x="2438400" y="571779"/>
                  </a:lnTo>
                  <a:close/>
                </a:path>
                <a:path w="4248150" h="1146809">
                  <a:moveTo>
                    <a:pt x="2438400" y="3454"/>
                  </a:moveTo>
                  <a:lnTo>
                    <a:pt x="2437930" y="2336"/>
                  </a:lnTo>
                  <a:lnTo>
                    <a:pt x="2436063" y="469"/>
                  </a:lnTo>
                  <a:lnTo>
                    <a:pt x="2434945" y="0"/>
                  </a:lnTo>
                  <a:lnTo>
                    <a:pt x="2432316" y="0"/>
                  </a:lnTo>
                  <a:lnTo>
                    <a:pt x="2431199" y="469"/>
                  </a:lnTo>
                  <a:lnTo>
                    <a:pt x="2429332" y="2336"/>
                  </a:lnTo>
                  <a:lnTo>
                    <a:pt x="2428862" y="3454"/>
                  </a:lnTo>
                  <a:lnTo>
                    <a:pt x="2428862" y="6083"/>
                  </a:lnTo>
                  <a:lnTo>
                    <a:pt x="2429332" y="7200"/>
                  </a:lnTo>
                  <a:lnTo>
                    <a:pt x="2431199" y="9067"/>
                  </a:lnTo>
                  <a:lnTo>
                    <a:pt x="2432316" y="9525"/>
                  </a:lnTo>
                  <a:lnTo>
                    <a:pt x="2434945" y="9525"/>
                  </a:lnTo>
                  <a:lnTo>
                    <a:pt x="2436063" y="9067"/>
                  </a:lnTo>
                  <a:lnTo>
                    <a:pt x="2437930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4248150" h="1146809">
                  <a:moveTo>
                    <a:pt x="2486025" y="1140104"/>
                  </a:moveTo>
                  <a:lnTo>
                    <a:pt x="2485555" y="1138986"/>
                  </a:lnTo>
                  <a:lnTo>
                    <a:pt x="2483688" y="1137119"/>
                  </a:lnTo>
                  <a:lnTo>
                    <a:pt x="2482570" y="1136662"/>
                  </a:lnTo>
                  <a:lnTo>
                    <a:pt x="2479941" y="1136662"/>
                  </a:lnTo>
                  <a:lnTo>
                    <a:pt x="2478824" y="1137119"/>
                  </a:lnTo>
                  <a:lnTo>
                    <a:pt x="2476957" y="1138986"/>
                  </a:lnTo>
                  <a:lnTo>
                    <a:pt x="2476500" y="1140104"/>
                  </a:lnTo>
                  <a:lnTo>
                    <a:pt x="2476500" y="1142733"/>
                  </a:lnTo>
                  <a:lnTo>
                    <a:pt x="2476957" y="1143850"/>
                  </a:lnTo>
                  <a:lnTo>
                    <a:pt x="2478824" y="1145717"/>
                  </a:lnTo>
                  <a:lnTo>
                    <a:pt x="2479941" y="1146187"/>
                  </a:lnTo>
                  <a:lnTo>
                    <a:pt x="2482570" y="1146187"/>
                  </a:lnTo>
                  <a:lnTo>
                    <a:pt x="2483688" y="1145717"/>
                  </a:lnTo>
                  <a:lnTo>
                    <a:pt x="2485555" y="1143850"/>
                  </a:lnTo>
                  <a:lnTo>
                    <a:pt x="2486025" y="1142733"/>
                  </a:lnTo>
                  <a:lnTo>
                    <a:pt x="2486025" y="1140104"/>
                  </a:lnTo>
                  <a:close/>
                </a:path>
                <a:path w="4248150" h="1146809">
                  <a:moveTo>
                    <a:pt x="2486025" y="571779"/>
                  </a:moveTo>
                  <a:lnTo>
                    <a:pt x="2485555" y="570661"/>
                  </a:lnTo>
                  <a:lnTo>
                    <a:pt x="2483688" y="568794"/>
                  </a:lnTo>
                  <a:lnTo>
                    <a:pt x="2482570" y="568325"/>
                  </a:lnTo>
                  <a:lnTo>
                    <a:pt x="2479941" y="568325"/>
                  </a:lnTo>
                  <a:lnTo>
                    <a:pt x="2478824" y="568794"/>
                  </a:lnTo>
                  <a:lnTo>
                    <a:pt x="2476957" y="570661"/>
                  </a:lnTo>
                  <a:lnTo>
                    <a:pt x="2476500" y="571779"/>
                  </a:lnTo>
                  <a:lnTo>
                    <a:pt x="2476500" y="574408"/>
                  </a:lnTo>
                  <a:lnTo>
                    <a:pt x="2476957" y="575525"/>
                  </a:lnTo>
                  <a:lnTo>
                    <a:pt x="2478824" y="577392"/>
                  </a:lnTo>
                  <a:lnTo>
                    <a:pt x="2479941" y="577850"/>
                  </a:lnTo>
                  <a:lnTo>
                    <a:pt x="2482570" y="577850"/>
                  </a:lnTo>
                  <a:lnTo>
                    <a:pt x="2483688" y="577392"/>
                  </a:lnTo>
                  <a:lnTo>
                    <a:pt x="2485555" y="575525"/>
                  </a:lnTo>
                  <a:lnTo>
                    <a:pt x="2486025" y="574408"/>
                  </a:lnTo>
                  <a:lnTo>
                    <a:pt x="2486025" y="571779"/>
                  </a:lnTo>
                  <a:close/>
                </a:path>
                <a:path w="4248150" h="1146809">
                  <a:moveTo>
                    <a:pt x="2486025" y="3454"/>
                  </a:moveTo>
                  <a:lnTo>
                    <a:pt x="2485555" y="2336"/>
                  </a:lnTo>
                  <a:lnTo>
                    <a:pt x="2483688" y="469"/>
                  </a:lnTo>
                  <a:lnTo>
                    <a:pt x="2482570" y="0"/>
                  </a:lnTo>
                  <a:lnTo>
                    <a:pt x="2479941" y="0"/>
                  </a:lnTo>
                  <a:lnTo>
                    <a:pt x="2478824" y="469"/>
                  </a:lnTo>
                  <a:lnTo>
                    <a:pt x="2476957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57" y="7200"/>
                  </a:lnTo>
                  <a:lnTo>
                    <a:pt x="2478824" y="9067"/>
                  </a:lnTo>
                  <a:lnTo>
                    <a:pt x="2479941" y="9525"/>
                  </a:lnTo>
                  <a:lnTo>
                    <a:pt x="2482570" y="9525"/>
                  </a:lnTo>
                  <a:lnTo>
                    <a:pt x="2483688" y="9067"/>
                  </a:lnTo>
                  <a:lnTo>
                    <a:pt x="2485555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4248150" h="1146809">
                  <a:moveTo>
                    <a:pt x="2533650" y="1140104"/>
                  </a:moveTo>
                  <a:lnTo>
                    <a:pt x="2533180" y="1138986"/>
                  </a:lnTo>
                  <a:lnTo>
                    <a:pt x="2531313" y="1137119"/>
                  </a:lnTo>
                  <a:lnTo>
                    <a:pt x="2530195" y="1136662"/>
                  </a:lnTo>
                  <a:lnTo>
                    <a:pt x="2527566" y="1136662"/>
                  </a:lnTo>
                  <a:lnTo>
                    <a:pt x="2526449" y="1137119"/>
                  </a:lnTo>
                  <a:lnTo>
                    <a:pt x="2524582" y="1138986"/>
                  </a:lnTo>
                  <a:lnTo>
                    <a:pt x="2524112" y="1140104"/>
                  </a:lnTo>
                  <a:lnTo>
                    <a:pt x="2524112" y="1142733"/>
                  </a:lnTo>
                  <a:lnTo>
                    <a:pt x="2524582" y="1143850"/>
                  </a:lnTo>
                  <a:lnTo>
                    <a:pt x="2526449" y="1145717"/>
                  </a:lnTo>
                  <a:lnTo>
                    <a:pt x="2527566" y="1146187"/>
                  </a:lnTo>
                  <a:lnTo>
                    <a:pt x="2530195" y="1146187"/>
                  </a:lnTo>
                  <a:lnTo>
                    <a:pt x="2531313" y="1145717"/>
                  </a:lnTo>
                  <a:lnTo>
                    <a:pt x="2533180" y="1143850"/>
                  </a:lnTo>
                  <a:lnTo>
                    <a:pt x="2533650" y="1142733"/>
                  </a:lnTo>
                  <a:lnTo>
                    <a:pt x="2533650" y="1140104"/>
                  </a:lnTo>
                  <a:close/>
                </a:path>
                <a:path w="4248150" h="1146809">
                  <a:moveTo>
                    <a:pt x="2533650" y="571779"/>
                  </a:moveTo>
                  <a:lnTo>
                    <a:pt x="2533180" y="570661"/>
                  </a:lnTo>
                  <a:lnTo>
                    <a:pt x="2531313" y="568794"/>
                  </a:lnTo>
                  <a:lnTo>
                    <a:pt x="2530195" y="568325"/>
                  </a:lnTo>
                  <a:lnTo>
                    <a:pt x="2527566" y="568325"/>
                  </a:lnTo>
                  <a:lnTo>
                    <a:pt x="2526449" y="568794"/>
                  </a:lnTo>
                  <a:lnTo>
                    <a:pt x="2524582" y="570661"/>
                  </a:lnTo>
                  <a:lnTo>
                    <a:pt x="2524112" y="571779"/>
                  </a:lnTo>
                  <a:lnTo>
                    <a:pt x="2524112" y="574408"/>
                  </a:lnTo>
                  <a:lnTo>
                    <a:pt x="2524582" y="575525"/>
                  </a:lnTo>
                  <a:lnTo>
                    <a:pt x="2526449" y="577392"/>
                  </a:lnTo>
                  <a:lnTo>
                    <a:pt x="2527566" y="577850"/>
                  </a:lnTo>
                  <a:lnTo>
                    <a:pt x="2530195" y="577850"/>
                  </a:lnTo>
                  <a:lnTo>
                    <a:pt x="2531313" y="577392"/>
                  </a:lnTo>
                  <a:lnTo>
                    <a:pt x="2533180" y="575525"/>
                  </a:lnTo>
                  <a:lnTo>
                    <a:pt x="2533650" y="574408"/>
                  </a:lnTo>
                  <a:lnTo>
                    <a:pt x="2533650" y="571779"/>
                  </a:lnTo>
                  <a:close/>
                </a:path>
                <a:path w="4248150" h="1146809">
                  <a:moveTo>
                    <a:pt x="2533650" y="3454"/>
                  </a:moveTo>
                  <a:lnTo>
                    <a:pt x="2533180" y="2336"/>
                  </a:lnTo>
                  <a:lnTo>
                    <a:pt x="2531313" y="469"/>
                  </a:lnTo>
                  <a:lnTo>
                    <a:pt x="2530195" y="0"/>
                  </a:lnTo>
                  <a:lnTo>
                    <a:pt x="2527566" y="0"/>
                  </a:lnTo>
                  <a:lnTo>
                    <a:pt x="2526449" y="469"/>
                  </a:lnTo>
                  <a:lnTo>
                    <a:pt x="2524582" y="2336"/>
                  </a:lnTo>
                  <a:lnTo>
                    <a:pt x="2524112" y="3454"/>
                  </a:lnTo>
                  <a:lnTo>
                    <a:pt x="2524112" y="6083"/>
                  </a:lnTo>
                  <a:lnTo>
                    <a:pt x="2524582" y="7200"/>
                  </a:lnTo>
                  <a:lnTo>
                    <a:pt x="2526449" y="9067"/>
                  </a:lnTo>
                  <a:lnTo>
                    <a:pt x="2527566" y="9525"/>
                  </a:lnTo>
                  <a:lnTo>
                    <a:pt x="2530195" y="9525"/>
                  </a:lnTo>
                  <a:lnTo>
                    <a:pt x="2531313" y="9067"/>
                  </a:lnTo>
                  <a:lnTo>
                    <a:pt x="2533180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4248150" h="1146809">
                  <a:moveTo>
                    <a:pt x="2581275" y="1140104"/>
                  </a:moveTo>
                  <a:lnTo>
                    <a:pt x="2580805" y="1138986"/>
                  </a:lnTo>
                  <a:lnTo>
                    <a:pt x="2578938" y="1137119"/>
                  </a:lnTo>
                  <a:lnTo>
                    <a:pt x="2577820" y="1136662"/>
                  </a:lnTo>
                  <a:lnTo>
                    <a:pt x="2575191" y="1136662"/>
                  </a:lnTo>
                  <a:lnTo>
                    <a:pt x="2574074" y="1137119"/>
                  </a:lnTo>
                  <a:lnTo>
                    <a:pt x="2572207" y="1138986"/>
                  </a:lnTo>
                  <a:lnTo>
                    <a:pt x="2571750" y="1140104"/>
                  </a:lnTo>
                  <a:lnTo>
                    <a:pt x="2571750" y="1142733"/>
                  </a:lnTo>
                  <a:lnTo>
                    <a:pt x="2572207" y="1143850"/>
                  </a:lnTo>
                  <a:lnTo>
                    <a:pt x="2574074" y="1145717"/>
                  </a:lnTo>
                  <a:lnTo>
                    <a:pt x="2575191" y="1146187"/>
                  </a:lnTo>
                  <a:lnTo>
                    <a:pt x="2577820" y="1146187"/>
                  </a:lnTo>
                  <a:lnTo>
                    <a:pt x="2578938" y="1145717"/>
                  </a:lnTo>
                  <a:lnTo>
                    <a:pt x="2580805" y="1143850"/>
                  </a:lnTo>
                  <a:lnTo>
                    <a:pt x="2581275" y="1142733"/>
                  </a:lnTo>
                  <a:lnTo>
                    <a:pt x="2581275" y="1140104"/>
                  </a:lnTo>
                  <a:close/>
                </a:path>
                <a:path w="4248150" h="1146809">
                  <a:moveTo>
                    <a:pt x="2581275" y="571779"/>
                  </a:moveTo>
                  <a:lnTo>
                    <a:pt x="2580805" y="570661"/>
                  </a:lnTo>
                  <a:lnTo>
                    <a:pt x="2578938" y="568794"/>
                  </a:lnTo>
                  <a:lnTo>
                    <a:pt x="2577820" y="568325"/>
                  </a:lnTo>
                  <a:lnTo>
                    <a:pt x="2575191" y="568325"/>
                  </a:lnTo>
                  <a:lnTo>
                    <a:pt x="2574074" y="568794"/>
                  </a:lnTo>
                  <a:lnTo>
                    <a:pt x="2572207" y="570661"/>
                  </a:lnTo>
                  <a:lnTo>
                    <a:pt x="2571750" y="571779"/>
                  </a:lnTo>
                  <a:lnTo>
                    <a:pt x="2571750" y="574408"/>
                  </a:lnTo>
                  <a:lnTo>
                    <a:pt x="2572207" y="575525"/>
                  </a:lnTo>
                  <a:lnTo>
                    <a:pt x="2574074" y="577392"/>
                  </a:lnTo>
                  <a:lnTo>
                    <a:pt x="2575191" y="577850"/>
                  </a:lnTo>
                  <a:lnTo>
                    <a:pt x="2577820" y="577850"/>
                  </a:lnTo>
                  <a:lnTo>
                    <a:pt x="2578938" y="577392"/>
                  </a:lnTo>
                  <a:lnTo>
                    <a:pt x="2580805" y="575525"/>
                  </a:lnTo>
                  <a:lnTo>
                    <a:pt x="2581275" y="574408"/>
                  </a:lnTo>
                  <a:lnTo>
                    <a:pt x="2581275" y="571779"/>
                  </a:lnTo>
                  <a:close/>
                </a:path>
                <a:path w="4248150" h="1146809">
                  <a:moveTo>
                    <a:pt x="2581275" y="3454"/>
                  </a:moveTo>
                  <a:lnTo>
                    <a:pt x="2580805" y="2336"/>
                  </a:lnTo>
                  <a:lnTo>
                    <a:pt x="2578938" y="469"/>
                  </a:lnTo>
                  <a:lnTo>
                    <a:pt x="2577820" y="0"/>
                  </a:lnTo>
                  <a:lnTo>
                    <a:pt x="2575191" y="0"/>
                  </a:lnTo>
                  <a:lnTo>
                    <a:pt x="2574074" y="469"/>
                  </a:lnTo>
                  <a:lnTo>
                    <a:pt x="2572207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07" y="7200"/>
                  </a:lnTo>
                  <a:lnTo>
                    <a:pt x="2574074" y="9067"/>
                  </a:lnTo>
                  <a:lnTo>
                    <a:pt x="2575191" y="9525"/>
                  </a:lnTo>
                  <a:lnTo>
                    <a:pt x="2577820" y="9525"/>
                  </a:lnTo>
                  <a:lnTo>
                    <a:pt x="2578938" y="9067"/>
                  </a:lnTo>
                  <a:lnTo>
                    <a:pt x="2580805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4248150" h="1146809">
                  <a:moveTo>
                    <a:pt x="2628887" y="1140104"/>
                  </a:moveTo>
                  <a:lnTo>
                    <a:pt x="2628430" y="1138986"/>
                  </a:lnTo>
                  <a:lnTo>
                    <a:pt x="2626563" y="1137119"/>
                  </a:lnTo>
                  <a:lnTo>
                    <a:pt x="2625445" y="1136662"/>
                  </a:lnTo>
                  <a:lnTo>
                    <a:pt x="2622816" y="1136662"/>
                  </a:lnTo>
                  <a:lnTo>
                    <a:pt x="2621699" y="1137119"/>
                  </a:lnTo>
                  <a:lnTo>
                    <a:pt x="2619832" y="1138986"/>
                  </a:lnTo>
                  <a:lnTo>
                    <a:pt x="2619375" y="1140104"/>
                  </a:lnTo>
                  <a:lnTo>
                    <a:pt x="2619375" y="1142733"/>
                  </a:lnTo>
                  <a:lnTo>
                    <a:pt x="2619832" y="1143850"/>
                  </a:lnTo>
                  <a:lnTo>
                    <a:pt x="2621699" y="1145717"/>
                  </a:lnTo>
                  <a:lnTo>
                    <a:pt x="2622816" y="1146187"/>
                  </a:lnTo>
                  <a:lnTo>
                    <a:pt x="2625445" y="1146187"/>
                  </a:lnTo>
                  <a:lnTo>
                    <a:pt x="2626563" y="1145717"/>
                  </a:lnTo>
                  <a:lnTo>
                    <a:pt x="2628430" y="1143850"/>
                  </a:lnTo>
                  <a:lnTo>
                    <a:pt x="2628887" y="1142733"/>
                  </a:lnTo>
                  <a:lnTo>
                    <a:pt x="2628887" y="1140104"/>
                  </a:lnTo>
                  <a:close/>
                </a:path>
                <a:path w="4248150" h="1146809">
                  <a:moveTo>
                    <a:pt x="2628887" y="571779"/>
                  </a:moveTo>
                  <a:lnTo>
                    <a:pt x="2628430" y="570661"/>
                  </a:lnTo>
                  <a:lnTo>
                    <a:pt x="2626563" y="568794"/>
                  </a:lnTo>
                  <a:lnTo>
                    <a:pt x="2625445" y="568325"/>
                  </a:lnTo>
                  <a:lnTo>
                    <a:pt x="2622816" y="568325"/>
                  </a:lnTo>
                  <a:lnTo>
                    <a:pt x="2621699" y="568794"/>
                  </a:lnTo>
                  <a:lnTo>
                    <a:pt x="2619832" y="570661"/>
                  </a:lnTo>
                  <a:lnTo>
                    <a:pt x="2619375" y="571779"/>
                  </a:lnTo>
                  <a:lnTo>
                    <a:pt x="2619375" y="574408"/>
                  </a:lnTo>
                  <a:lnTo>
                    <a:pt x="2619832" y="575525"/>
                  </a:lnTo>
                  <a:lnTo>
                    <a:pt x="2621699" y="577392"/>
                  </a:lnTo>
                  <a:lnTo>
                    <a:pt x="2622816" y="577850"/>
                  </a:lnTo>
                  <a:lnTo>
                    <a:pt x="2625445" y="577850"/>
                  </a:lnTo>
                  <a:lnTo>
                    <a:pt x="2626563" y="577392"/>
                  </a:lnTo>
                  <a:lnTo>
                    <a:pt x="2628430" y="575525"/>
                  </a:lnTo>
                  <a:lnTo>
                    <a:pt x="2628887" y="574408"/>
                  </a:lnTo>
                  <a:lnTo>
                    <a:pt x="2628887" y="571779"/>
                  </a:lnTo>
                  <a:close/>
                </a:path>
                <a:path w="4248150" h="1146809">
                  <a:moveTo>
                    <a:pt x="2628887" y="3454"/>
                  </a:moveTo>
                  <a:lnTo>
                    <a:pt x="2628430" y="2336"/>
                  </a:lnTo>
                  <a:lnTo>
                    <a:pt x="2626563" y="469"/>
                  </a:lnTo>
                  <a:lnTo>
                    <a:pt x="2625445" y="0"/>
                  </a:lnTo>
                  <a:lnTo>
                    <a:pt x="2622816" y="0"/>
                  </a:lnTo>
                  <a:lnTo>
                    <a:pt x="2621699" y="469"/>
                  </a:lnTo>
                  <a:lnTo>
                    <a:pt x="2619832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32" y="7200"/>
                  </a:lnTo>
                  <a:lnTo>
                    <a:pt x="2621699" y="9067"/>
                  </a:lnTo>
                  <a:lnTo>
                    <a:pt x="2622816" y="9525"/>
                  </a:lnTo>
                  <a:lnTo>
                    <a:pt x="2625445" y="9525"/>
                  </a:lnTo>
                  <a:lnTo>
                    <a:pt x="2626563" y="9067"/>
                  </a:lnTo>
                  <a:lnTo>
                    <a:pt x="2628430" y="7200"/>
                  </a:lnTo>
                  <a:lnTo>
                    <a:pt x="2628887" y="6083"/>
                  </a:lnTo>
                  <a:lnTo>
                    <a:pt x="2628887" y="3454"/>
                  </a:lnTo>
                  <a:close/>
                </a:path>
                <a:path w="4248150" h="1146809">
                  <a:moveTo>
                    <a:pt x="2676525" y="1140104"/>
                  </a:moveTo>
                  <a:lnTo>
                    <a:pt x="2676055" y="1138986"/>
                  </a:lnTo>
                  <a:lnTo>
                    <a:pt x="2674188" y="1137119"/>
                  </a:lnTo>
                  <a:lnTo>
                    <a:pt x="2673070" y="1136662"/>
                  </a:lnTo>
                  <a:lnTo>
                    <a:pt x="2670441" y="1136662"/>
                  </a:lnTo>
                  <a:lnTo>
                    <a:pt x="2669324" y="1137119"/>
                  </a:lnTo>
                  <a:lnTo>
                    <a:pt x="2667457" y="1138986"/>
                  </a:lnTo>
                  <a:lnTo>
                    <a:pt x="2666987" y="1140104"/>
                  </a:lnTo>
                  <a:lnTo>
                    <a:pt x="2666987" y="1142733"/>
                  </a:lnTo>
                  <a:lnTo>
                    <a:pt x="2667457" y="1143850"/>
                  </a:lnTo>
                  <a:lnTo>
                    <a:pt x="2669324" y="1145717"/>
                  </a:lnTo>
                  <a:lnTo>
                    <a:pt x="2670441" y="1146187"/>
                  </a:lnTo>
                  <a:lnTo>
                    <a:pt x="2673070" y="1146187"/>
                  </a:lnTo>
                  <a:lnTo>
                    <a:pt x="2674188" y="1145717"/>
                  </a:lnTo>
                  <a:lnTo>
                    <a:pt x="2676055" y="1143850"/>
                  </a:lnTo>
                  <a:lnTo>
                    <a:pt x="2676525" y="1142733"/>
                  </a:lnTo>
                  <a:lnTo>
                    <a:pt x="2676525" y="1140104"/>
                  </a:lnTo>
                  <a:close/>
                </a:path>
                <a:path w="4248150" h="1146809">
                  <a:moveTo>
                    <a:pt x="2676525" y="571779"/>
                  </a:moveTo>
                  <a:lnTo>
                    <a:pt x="2676055" y="570661"/>
                  </a:lnTo>
                  <a:lnTo>
                    <a:pt x="2674188" y="568794"/>
                  </a:lnTo>
                  <a:lnTo>
                    <a:pt x="2673070" y="568325"/>
                  </a:lnTo>
                  <a:lnTo>
                    <a:pt x="2670441" y="568325"/>
                  </a:lnTo>
                  <a:lnTo>
                    <a:pt x="2669324" y="568794"/>
                  </a:lnTo>
                  <a:lnTo>
                    <a:pt x="2667457" y="570661"/>
                  </a:lnTo>
                  <a:lnTo>
                    <a:pt x="2666987" y="571779"/>
                  </a:lnTo>
                  <a:lnTo>
                    <a:pt x="2666987" y="574408"/>
                  </a:lnTo>
                  <a:lnTo>
                    <a:pt x="2667457" y="575525"/>
                  </a:lnTo>
                  <a:lnTo>
                    <a:pt x="2669324" y="577392"/>
                  </a:lnTo>
                  <a:lnTo>
                    <a:pt x="2670441" y="577850"/>
                  </a:lnTo>
                  <a:lnTo>
                    <a:pt x="2673070" y="577850"/>
                  </a:lnTo>
                  <a:lnTo>
                    <a:pt x="2674188" y="577392"/>
                  </a:lnTo>
                  <a:lnTo>
                    <a:pt x="2676055" y="575525"/>
                  </a:lnTo>
                  <a:lnTo>
                    <a:pt x="2676525" y="574408"/>
                  </a:lnTo>
                  <a:lnTo>
                    <a:pt x="2676525" y="571779"/>
                  </a:lnTo>
                  <a:close/>
                </a:path>
                <a:path w="4248150" h="1146809">
                  <a:moveTo>
                    <a:pt x="2676525" y="3454"/>
                  </a:moveTo>
                  <a:lnTo>
                    <a:pt x="2676055" y="2336"/>
                  </a:lnTo>
                  <a:lnTo>
                    <a:pt x="2674188" y="469"/>
                  </a:lnTo>
                  <a:lnTo>
                    <a:pt x="2673070" y="0"/>
                  </a:lnTo>
                  <a:lnTo>
                    <a:pt x="2670441" y="0"/>
                  </a:lnTo>
                  <a:lnTo>
                    <a:pt x="2669324" y="469"/>
                  </a:lnTo>
                  <a:lnTo>
                    <a:pt x="2667457" y="2336"/>
                  </a:lnTo>
                  <a:lnTo>
                    <a:pt x="2666987" y="3454"/>
                  </a:lnTo>
                  <a:lnTo>
                    <a:pt x="2666987" y="6083"/>
                  </a:lnTo>
                  <a:lnTo>
                    <a:pt x="2667457" y="7200"/>
                  </a:lnTo>
                  <a:lnTo>
                    <a:pt x="2669324" y="9067"/>
                  </a:lnTo>
                  <a:lnTo>
                    <a:pt x="2670441" y="9525"/>
                  </a:lnTo>
                  <a:lnTo>
                    <a:pt x="2673070" y="9525"/>
                  </a:lnTo>
                  <a:lnTo>
                    <a:pt x="2674188" y="9067"/>
                  </a:lnTo>
                  <a:lnTo>
                    <a:pt x="2676055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4248150" h="1146809">
                  <a:moveTo>
                    <a:pt x="2724137" y="1140104"/>
                  </a:moveTo>
                  <a:lnTo>
                    <a:pt x="2723680" y="1138986"/>
                  </a:lnTo>
                  <a:lnTo>
                    <a:pt x="2721813" y="1137119"/>
                  </a:lnTo>
                  <a:lnTo>
                    <a:pt x="2720695" y="1136662"/>
                  </a:lnTo>
                  <a:lnTo>
                    <a:pt x="2718066" y="1136662"/>
                  </a:lnTo>
                  <a:lnTo>
                    <a:pt x="2716949" y="1137119"/>
                  </a:lnTo>
                  <a:lnTo>
                    <a:pt x="2715082" y="1138986"/>
                  </a:lnTo>
                  <a:lnTo>
                    <a:pt x="2714625" y="1140104"/>
                  </a:lnTo>
                  <a:lnTo>
                    <a:pt x="2714625" y="1142733"/>
                  </a:lnTo>
                  <a:lnTo>
                    <a:pt x="2715082" y="1143850"/>
                  </a:lnTo>
                  <a:lnTo>
                    <a:pt x="2716949" y="1145717"/>
                  </a:lnTo>
                  <a:lnTo>
                    <a:pt x="2718066" y="1146187"/>
                  </a:lnTo>
                  <a:lnTo>
                    <a:pt x="2720695" y="1146187"/>
                  </a:lnTo>
                  <a:lnTo>
                    <a:pt x="2721813" y="1145717"/>
                  </a:lnTo>
                  <a:lnTo>
                    <a:pt x="2723680" y="1143850"/>
                  </a:lnTo>
                  <a:lnTo>
                    <a:pt x="2724137" y="1142733"/>
                  </a:lnTo>
                  <a:lnTo>
                    <a:pt x="2724137" y="1140104"/>
                  </a:lnTo>
                  <a:close/>
                </a:path>
                <a:path w="4248150" h="1146809">
                  <a:moveTo>
                    <a:pt x="2724137" y="571779"/>
                  </a:moveTo>
                  <a:lnTo>
                    <a:pt x="2723680" y="570661"/>
                  </a:lnTo>
                  <a:lnTo>
                    <a:pt x="2721813" y="568794"/>
                  </a:lnTo>
                  <a:lnTo>
                    <a:pt x="2720695" y="568325"/>
                  </a:lnTo>
                  <a:lnTo>
                    <a:pt x="2718066" y="568325"/>
                  </a:lnTo>
                  <a:lnTo>
                    <a:pt x="2716949" y="568794"/>
                  </a:lnTo>
                  <a:lnTo>
                    <a:pt x="2715082" y="570661"/>
                  </a:lnTo>
                  <a:lnTo>
                    <a:pt x="2714625" y="571779"/>
                  </a:lnTo>
                  <a:lnTo>
                    <a:pt x="2714625" y="574408"/>
                  </a:lnTo>
                  <a:lnTo>
                    <a:pt x="2715082" y="575525"/>
                  </a:lnTo>
                  <a:lnTo>
                    <a:pt x="2716949" y="577392"/>
                  </a:lnTo>
                  <a:lnTo>
                    <a:pt x="2718066" y="577850"/>
                  </a:lnTo>
                  <a:lnTo>
                    <a:pt x="2720695" y="577850"/>
                  </a:lnTo>
                  <a:lnTo>
                    <a:pt x="2721813" y="577392"/>
                  </a:lnTo>
                  <a:lnTo>
                    <a:pt x="2723680" y="575525"/>
                  </a:lnTo>
                  <a:lnTo>
                    <a:pt x="2724137" y="574408"/>
                  </a:lnTo>
                  <a:lnTo>
                    <a:pt x="2724137" y="571779"/>
                  </a:lnTo>
                  <a:close/>
                </a:path>
                <a:path w="4248150" h="1146809">
                  <a:moveTo>
                    <a:pt x="2724137" y="3454"/>
                  </a:moveTo>
                  <a:lnTo>
                    <a:pt x="2723680" y="2336"/>
                  </a:lnTo>
                  <a:lnTo>
                    <a:pt x="2721813" y="469"/>
                  </a:lnTo>
                  <a:lnTo>
                    <a:pt x="2720695" y="0"/>
                  </a:lnTo>
                  <a:lnTo>
                    <a:pt x="2718066" y="0"/>
                  </a:lnTo>
                  <a:lnTo>
                    <a:pt x="2716949" y="469"/>
                  </a:lnTo>
                  <a:lnTo>
                    <a:pt x="2715082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82" y="7200"/>
                  </a:lnTo>
                  <a:lnTo>
                    <a:pt x="2716949" y="9067"/>
                  </a:lnTo>
                  <a:lnTo>
                    <a:pt x="2718066" y="9525"/>
                  </a:lnTo>
                  <a:lnTo>
                    <a:pt x="2720695" y="9525"/>
                  </a:lnTo>
                  <a:lnTo>
                    <a:pt x="2721813" y="9067"/>
                  </a:lnTo>
                  <a:lnTo>
                    <a:pt x="2723680" y="7200"/>
                  </a:lnTo>
                  <a:lnTo>
                    <a:pt x="2724137" y="6083"/>
                  </a:lnTo>
                  <a:lnTo>
                    <a:pt x="2724137" y="3454"/>
                  </a:lnTo>
                  <a:close/>
                </a:path>
                <a:path w="4248150" h="1146809">
                  <a:moveTo>
                    <a:pt x="2771775" y="1140104"/>
                  </a:moveTo>
                  <a:lnTo>
                    <a:pt x="2771305" y="1138986"/>
                  </a:lnTo>
                  <a:lnTo>
                    <a:pt x="2769438" y="1137119"/>
                  </a:lnTo>
                  <a:lnTo>
                    <a:pt x="2768320" y="1136662"/>
                  </a:lnTo>
                  <a:lnTo>
                    <a:pt x="2765691" y="1136662"/>
                  </a:lnTo>
                  <a:lnTo>
                    <a:pt x="2764574" y="1137119"/>
                  </a:lnTo>
                  <a:lnTo>
                    <a:pt x="2762707" y="1138986"/>
                  </a:lnTo>
                  <a:lnTo>
                    <a:pt x="2762237" y="1140104"/>
                  </a:lnTo>
                  <a:lnTo>
                    <a:pt x="2762237" y="1142733"/>
                  </a:lnTo>
                  <a:lnTo>
                    <a:pt x="2762707" y="1143850"/>
                  </a:lnTo>
                  <a:lnTo>
                    <a:pt x="2764574" y="1145717"/>
                  </a:lnTo>
                  <a:lnTo>
                    <a:pt x="2765691" y="1146187"/>
                  </a:lnTo>
                  <a:lnTo>
                    <a:pt x="2768320" y="1146187"/>
                  </a:lnTo>
                  <a:lnTo>
                    <a:pt x="2769438" y="1145717"/>
                  </a:lnTo>
                  <a:lnTo>
                    <a:pt x="2771305" y="1143850"/>
                  </a:lnTo>
                  <a:lnTo>
                    <a:pt x="2771775" y="1142733"/>
                  </a:lnTo>
                  <a:lnTo>
                    <a:pt x="2771775" y="1140104"/>
                  </a:lnTo>
                  <a:close/>
                </a:path>
                <a:path w="4248150" h="1146809">
                  <a:moveTo>
                    <a:pt x="2771775" y="571779"/>
                  </a:moveTo>
                  <a:lnTo>
                    <a:pt x="2771305" y="570661"/>
                  </a:lnTo>
                  <a:lnTo>
                    <a:pt x="2769438" y="568794"/>
                  </a:lnTo>
                  <a:lnTo>
                    <a:pt x="2768320" y="568325"/>
                  </a:lnTo>
                  <a:lnTo>
                    <a:pt x="2765691" y="568325"/>
                  </a:lnTo>
                  <a:lnTo>
                    <a:pt x="2764574" y="568794"/>
                  </a:lnTo>
                  <a:lnTo>
                    <a:pt x="2762707" y="570661"/>
                  </a:lnTo>
                  <a:lnTo>
                    <a:pt x="2762237" y="571779"/>
                  </a:lnTo>
                  <a:lnTo>
                    <a:pt x="2762237" y="574408"/>
                  </a:lnTo>
                  <a:lnTo>
                    <a:pt x="2762707" y="575525"/>
                  </a:lnTo>
                  <a:lnTo>
                    <a:pt x="2764574" y="577392"/>
                  </a:lnTo>
                  <a:lnTo>
                    <a:pt x="2765691" y="577850"/>
                  </a:lnTo>
                  <a:lnTo>
                    <a:pt x="2768320" y="577850"/>
                  </a:lnTo>
                  <a:lnTo>
                    <a:pt x="2769438" y="577392"/>
                  </a:lnTo>
                  <a:lnTo>
                    <a:pt x="2771305" y="575525"/>
                  </a:lnTo>
                  <a:lnTo>
                    <a:pt x="2771775" y="574408"/>
                  </a:lnTo>
                  <a:lnTo>
                    <a:pt x="2771775" y="571779"/>
                  </a:lnTo>
                  <a:close/>
                </a:path>
                <a:path w="4248150" h="1146809">
                  <a:moveTo>
                    <a:pt x="2771775" y="3454"/>
                  </a:moveTo>
                  <a:lnTo>
                    <a:pt x="2771305" y="2336"/>
                  </a:lnTo>
                  <a:lnTo>
                    <a:pt x="2769438" y="469"/>
                  </a:lnTo>
                  <a:lnTo>
                    <a:pt x="2768320" y="0"/>
                  </a:lnTo>
                  <a:lnTo>
                    <a:pt x="2765691" y="0"/>
                  </a:lnTo>
                  <a:lnTo>
                    <a:pt x="2764574" y="469"/>
                  </a:lnTo>
                  <a:lnTo>
                    <a:pt x="2762707" y="2336"/>
                  </a:lnTo>
                  <a:lnTo>
                    <a:pt x="2762237" y="3454"/>
                  </a:lnTo>
                  <a:lnTo>
                    <a:pt x="2762237" y="6083"/>
                  </a:lnTo>
                  <a:lnTo>
                    <a:pt x="2762707" y="7200"/>
                  </a:lnTo>
                  <a:lnTo>
                    <a:pt x="2764574" y="9067"/>
                  </a:lnTo>
                  <a:lnTo>
                    <a:pt x="2765691" y="9525"/>
                  </a:lnTo>
                  <a:lnTo>
                    <a:pt x="2768320" y="9525"/>
                  </a:lnTo>
                  <a:lnTo>
                    <a:pt x="2769438" y="9067"/>
                  </a:lnTo>
                  <a:lnTo>
                    <a:pt x="2771305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4248150" h="1146809">
                  <a:moveTo>
                    <a:pt x="2819400" y="1140104"/>
                  </a:moveTo>
                  <a:lnTo>
                    <a:pt x="2818930" y="1138986"/>
                  </a:lnTo>
                  <a:lnTo>
                    <a:pt x="2817063" y="1137119"/>
                  </a:lnTo>
                  <a:lnTo>
                    <a:pt x="2815945" y="1136662"/>
                  </a:lnTo>
                  <a:lnTo>
                    <a:pt x="2813316" y="1136662"/>
                  </a:lnTo>
                  <a:lnTo>
                    <a:pt x="2812199" y="1137119"/>
                  </a:lnTo>
                  <a:lnTo>
                    <a:pt x="2810332" y="1138986"/>
                  </a:lnTo>
                  <a:lnTo>
                    <a:pt x="2809875" y="1140104"/>
                  </a:lnTo>
                  <a:lnTo>
                    <a:pt x="2809875" y="1142733"/>
                  </a:lnTo>
                  <a:lnTo>
                    <a:pt x="2810332" y="1143850"/>
                  </a:lnTo>
                  <a:lnTo>
                    <a:pt x="2812199" y="1145717"/>
                  </a:lnTo>
                  <a:lnTo>
                    <a:pt x="2813316" y="1146187"/>
                  </a:lnTo>
                  <a:lnTo>
                    <a:pt x="2815945" y="1146187"/>
                  </a:lnTo>
                  <a:lnTo>
                    <a:pt x="2817063" y="1145717"/>
                  </a:lnTo>
                  <a:lnTo>
                    <a:pt x="2818930" y="1143850"/>
                  </a:lnTo>
                  <a:lnTo>
                    <a:pt x="2819400" y="1142733"/>
                  </a:lnTo>
                  <a:lnTo>
                    <a:pt x="2819400" y="1140104"/>
                  </a:lnTo>
                  <a:close/>
                </a:path>
                <a:path w="4248150" h="1146809">
                  <a:moveTo>
                    <a:pt x="2819400" y="571779"/>
                  </a:moveTo>
                  <a:lnTo>
                    <a:pt x="2818930" y="570661"/>
                  </a:lnTo>
                  <a:lnTo>
                    <a:pt x="2817063" y="568794"/>
                  </a:lnTo>
                  <a:lnTo>
                    <a:pt x="2815945" y="568325"/>
                  </a:lnTo>
                  <a:lnTo>
                    <a:pt x="2813316" y="568325"/>
                  </a:lnTo>
                  <a:lnTo>
                    <a:pt x="2812199" y="568794"/>
                  </a:lnTo>
                  <a:lnTo>
                    <a:pt x="2810332" y="570661"/>
                  </a:lnTo>
                  <a:lnTo>
                    <a:pt x="2809875" y="571779"/>
                  </a:lnTo>
                  <a:lnTo>
                    <a:pt x="2809875" y="574408"/>
                  </a:lnTo>
                  <a:lnTo>
                    <a:pt x="2810332" y="575525"/>
                  </a:lnTo>
                  <a:lnTo>
                    <a:pt x="2812199" y="577392"/>
                  </a:lnTo>
                  <a:lnTo>
                    <a:pt x="2813316" y="577850"/>
                  </a:lnTo>
                  <a:lnTo>
                    <a:pt x="2815945" y="577850"/>
                  </a:lnTo>
                  <a:lnTo>
                    <a:pt x="2817063" y="577392"/>
                  </a:lnTo>
                  <a:lnTo>
                    <a:pt x="2818930" y="575525"/>
                  </a:lnTo>
                  <a:lnTo>
                    <a:pt x="2819400" y="574408"/>
                  </a:lnTo>
                  <a:lnTo>
                    <a:pt x="2819400" y="571779"/>
                  </a:lnTo>
                  <a:close/>
                </a:path>
                <a:path w="4248150" h="1146809">
                  <a:moveTo>
                    <a:pt x="2819400" y="3454"/>
                  </a:moveTo>
                  <a:lnTo>
                    <a:pt x="2818930" y="2336"/>
                  </a:lnTo>
                  <a:lnTo>
                    <a:pt x="2817063" y="469"/>
                  </a:lnTo>
                  <a:lnTo>
                    <a:pt x="2815945" y="0"/>
                  </a:lnTo>
                  <a:lnTo>
                    <a:pt x="2813316" y="0"/>
                  </a:lnTo>
                  <a:lnTo>
                    <a:pt x="2812199" y="469"/>
                  </a:lnTo>
                  <a:lnTo>
                    <a:pt x="2810332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32" y="7200"/>
                  </a:lnTo>
                  <a:lnTo>
                    <a:pt x="2812199" y="9067"/>
                  </a:lnTo>
                  <a:lnTo>
                    <a:pt x="2813316" y="9525"/>
                  </a:lnTo>
                  <a:lnTo>
                    <a:pt x="2815945" y="9525"/>
                  </a:lnTo>
                  <a:lnTo>
                    <a:pt x="2817063" y="9067"/>
                  </a:lnTo>
                  <a:lnTo>
                    <a:pt x="2818930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4248150" h="1146809">
                  <a:moveTo>
                    <a:pt x="2867025" y="1140104"/>
                  </a:moveTo>
                  <a:lnTo>
                    <a:pt x="2866555" y="1138986"/>
                  </a:lnTo>
                  <a:lnTo>
                    <a:pt x="2864688" y="1137119"/>
                  </a:lnTo>
                  <a:lnTo>
                    <a:pt x="2863570" y="1136662"/>
                  </a:lnTo>
                  <a:lnTo>
                    <a:pt x="2860941" y="1136662"/>
                  </a:lnTo>
                  <a:lnTo>
                    <a:pt x="2859824" y="1137119"/>
                  </a:lnTo>
                  <a:lnTo>
                    <a:pt x="2857957" y="1138986"/>
                  </a:lnTo>
                  <a:lnTo>
                    <a:pt x="2857500" y="1140104"/>
                  </a:lnTo>
                  <a:lnTo>
                    <a:pt x="2857500" y="1142733"/>
                  </a:lnTo>
                  <a:lnTo>
                    <a:pt x="2857957" y="1143850"/>
                  </a:lnTo>
                  <a:lnTo>
                    <a:pt x="2859824" y="1145717"/>
                  </a:lnTo>
                  <a:lnTo>
                    <a:pt x="2860941" y="1146187"/>
                  </a:lnTo>
                  <a:lnTo>
                    <a:pt x="2863570" y="1146187"/>
                  </a:lnTo>
                  <a:lnTo>
                    <a:pt x="2864688" y="1145717"/>
                  </a:lnTo>
                  <a:lnTo>
                    <a:pt x="2866555" y="1143850"/>
                  </a:lnTo>
                  <a:lnTo>
                    <a:pt x="2867025" y="1142733"/>
                  </a:lnTo>
                  <a:lnTo>
                    <a:pt x="2867025" y="1140104"/>
                  </a:lnTo>
                  <a:close/>
                </a:path>
                <a:path w="4248150" h="1146809">
                  <a:moveTo>
                    <a:pt x="2867025" y="571779"/>
                  </a:moveTo>
                  <a:lnTo>
                    <a:pt x="2866555" y="570661"/>
                  </a:lnTo>
                  <a:lnTo>
                    <a:pt x="2864688" y="568794"/>
                  </a:lnTo>
                  <a:lnTo>
                    <a:pt x="2863570" y="568325"/>
                  </a:lnTo>
                  <a:lnTo>
                    <a:pt x="2860941" y="568325"/>
                  </a:lnTo>
                  <a:lnTo>
                    <a:pt x="2859824" y="568794"/>
                  </a:lnTo>
                  <a:lnTo>
                    <a:pt x="2857957" y="570661"/>
                  </a:lnTo>
                  <a:lnTo>
                    <a:pt x="2857500" y="571779"/>
                  </a:lnTo>
                  <a:lnTo>
                    <a:pt x="2857500" y="574408"/>
                  </a:lnTo>
                  <a:lnTo>
                    <a:pt x="2857957" y="575525"/>
                  </a:lnTo>
                  <a:lnTo>
                    <a:pt x="2859824" y="577392"/>
                  </a:lnTo>
                  <a:lnTo>
                    <a:pt x="2860941" y="577850"/>
                  </a:lnTo>
                  <a:lnTo>
                    <a:pt x="2863570" y="577850"/>
                  </a:lnTo>
                  <a:lnTo>
                    <a:pt x="2864688" y="577392"/>
                  </a:lnTo>
                  <a:lnTo>
                    <a:pt x="2866555" y="575525"/>
                  </a:lnTo>
                  <a:lnTo>
                    <a:pt x="2867025" y="574408"/>
                  </a:lnTo>
                  <a:lnTo>
                    <a:pt x="2867025" y="571779"/>
                  </a:lnTo>
                  <a:close/>
                </a:path>
                <a:path w="4248150" h="1146809">
                  <a:moveTo>
                    <a:pt x="2867025" y="3454"/>
                  </a:moveTo>
                  <a:lnTo>
                    <a:pt x="2866555" y="2336"/>
                  </a:lnTo>
                  <a:lnTo>
                    <a:pt x="2864688" y="469"/>
                  </a:lnTo>
                  <a:lnTo>
                    <a:pt x="2863570" y="0"/>
                  </a:lnTo>
                  <a:lnTo>
                    <a:pt x="2860941" y="0"/>
                  </a:lnTo>
                  <a:lnTo>
                    <a:pt x="2859824" y="469"/>
                  </a:lnTo>
                  <a:lnTo>
                    <a:pt x="2857957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57" y="7200"/>
                  </a:lnTo>
                  <a:lnTo>
                    <a:pt x="2859824" y="9067"/>
                  </a:lnTo>
                  <a:lnTo>
                    <a:pt x="2860941" y="9525"/>
                  </a:lnTo>
                  <a:lnTo>
                    <a:pt x="2863570" y="9525"/>
                  </a:lnTo>
                  <a:lnTo>
                    <a:pt x="2864688" y="9067"/>
                  </a:lnTo>
                  <a:lnTo>
                    <a:pt x="2866555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4248150" h="1146809">
                  <a:moveTo>
                    <a:pt x="2914650" y="1140104"/>
                  </a:moveTo>
                  <a:lnTo>
                    <a:pt x="2914180" y="1138986"/>
                  </a:lnTo>
                  <a:lnTo>
                    <a:pt x="2912313" y="1137119"/>
                  </a:lnTo>
                  <a:lnTo>
                    <a:pt x="2911195" y="1136662"/>
                  </a:lnTo>
                  <a:lnTo>
                    <a:pt x="2908566" y="1136662"/>
                  </a:lnTo>
                  <a:lnTo>
                    <a:pt x="2907449" y="1137119"/>
                  </a:lnTo>
                  <a:lnTo>
                    <a:pt x="2905582" y="1138986"/>
                  </a:lnTo>
                  <a:lnTo>
                    <a:pt x="2905112" y="1140104"/>
                  </a:lnTo>
                  <a:lnTo>
                    <a:pt x="2905112" y="1142733"/>
                  </a:lnTo>
                  <a:lnTo>
                    <a:pt x="2905582" y="1143850"/>
                  </a:lnTo>
                  <a:lnTo>
                    <a:pt x="2907449" y="1145717"/>
                  </a:lnTo>
                  <a:lnTo>
                    <a:pt x="2908566" y="1146187"/>
                  </a:lnTo>
                  <a:lnTo>
                    <a:pt x="2911195" y="1146187"/>
                  </a:lnTo>
                  <a:lnTo>
                    <a:pt x="2912313" y="1145717"/>
                  </a:lnTo>
                  <a:lnTo>
                    <a:pt x="2914180" y="1143850"/>
                  </a:lnTo>
                  <a:lnTo>
                    <a:pt x="2914650" y="1142733"/>
                  </a:lnTo>
                  <a:lnTo>
                    <a:pt x="2914650" y="1140104"/>
                  </a:lnTo>
                  <a:close/>
                </a:path>
                <a:path w="4248150" h="1146809">
                  <a:moveTo>
                    <a:pt x="2914650" y="571779"/>
                  </a:moveTo>
                  <a:lnTo>
                    <a:pt x="2914180" y="570661"/>
                  </a:lnTo>
                  <a:lnTo>
                    <a:pt x="2912313" y="568794"/>
                  </a:lnTo>
                  <a:lnTo>
                    <a:pt x="2911195" y="568325"/>
                  </a:lnTo>
                  <a:lnTo>
                    <a:pt x="2908566" y="568325"/>
                  </a:lnTo>
                  <a:lnTo>
                    <a:pt x="2907449" y="568794"/>
                  </a:lnTo>
                  <a:lnTo>
                    <a:pt x="2905582" y="570661"/>
                  </a:lnTo>
                  <a:lnTo>
                    <a:pt x="2905112" y="571779"/>
                  </a:lnTo>
                  <a:lnTo>
                    <a:pt x="2905112" y="574408"/>
                  </a:lnTo>
                  <a:lnTo>
                    <a:pt x="2905582" y="575525"/>
                  </a:lnTo>
                  <a:lnTo>
                    <a:pt x="2907449" y="577392"/>
                  </a:lnTo>
                  <a:lnTo>
                    <a:pt x="2908566" y="577850"/>
                  </a:lnTo>
                  <a:lnTo>
                    <a:pt x="2911195" y="577850"/>
                  </a:lnTo>
                  <a:lnTo>
                    <a:pt x="2912313" y="577392"/>
                  </a:lnTo>
                  <a:lnTo>
                    <a:pt x="2914180" y="575525"/>
                  </a:lnTo>
                  <a:lnTo>
                    <a:pt x="2914650" y="574408"/>
                  </a:lnTo>
                  <a:lnTo>
                    <a:pt x="2914650" y="571779"/>
                  </a:lnTo>
                  <a:close/>
                </a:path>
                <a:path w="4248150" h="1146809">
                  <a:moveTo>
                    <a:pt x="2914650" y="3454"/>
                  </a:moveTo>
                  <a:lnTo>
                    <a:pt x="2914180" y="2336"/>
                  </a:lnTo>
                  <a:lnTo>
                    <a:pt x="2912313" y="469"/>
                  </a:lnTo>
                  <a:lnTo>
                    <a:pt x="2911195" y="0"/>
                  </a:lnTo>
                  <a:lnTo>
                    <a:pt x="2908566" y="0"/>
                  </a:lnTo>
                  <a:lnTo>
                    <a:pt x="2907449" y="469"/>
                  </a:lnTo>
                  <a:lnTo>
                    <a:pt x="2905582" y="2336"/>
                  </a:lnTo>
                  <a:lnTo>
                    <a:pt x="2905112" y="3454"/>
                  </a:lnTo>
                  <a:lnTo>
                    <a:pt x="2905112" y="6083"/>
                  </a:lnTo>
                  <a:lnTo>
                    <a:pt x="2905582" y="7200"/>
                  </a:lnTo>
                  <a:lnTo>
                    <a:pt x="2907449" y="9067"/>
                  </a:lnTo>
                  <a:lnTo>
                    <a:pt x="2908566" y="9525"/>
                  </a:lnTo>
                  <a:lnTo>
                    <a:pt x="2911195" y="9525"/>
                  </a:lnTo>
                  <a:lnTo>
                    <a:pt x="2912313" y="9067"/>
                  </a:lnTo>
                  <a:lnTo>
                    <a:pt x="2914180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4248150" h="1146809">
                  <a:moveTo>
                    <a:pt x="2962262" y="1140104"/>
                  </a:moveTo>
                  <a:lnTo>
                    <a:pt x="2961805" y="1138986"/>
                  </a:lnTo>
                  <a:lnTo>
                    <a:pt x="2959938" y="1137119"/>
                  </a:lnTo>
                  <a:lnTo>
                    <a:pt x="2958820" y="1136662"/>
                  </a:lnTo>
                  <a:lnTo>
                    <a:pt x="2956191" y="1136662"/>
                  </a:lnTo>
                  <a:lnTo>
                    <a:pt x="2955074" y="1137119"/>
                  </a:lnTo>
                  <a:lnTo>
                    <a:pt x="2953207" y="1138986"/>
                  </a:lnTo>
                  <a:lnTo>
                    <a:pt x="2952750" y="1140104"/>
                  </a:lnTo>
                  <a:lnTo>
                    <a:pt x="2952750" y="1142733"/>
                  </a:lnTo>
                  <a:lnTo>
                    <a:pt x="2953207" y="1143850"/>
                  </a:lnTo>
                  <a:lnTo>
                    <a:pt x="2955074" y="1145717"/>
                  </a:lnTo>
                  <a:lnTo>
                    <a:pt x="2956191" y="1146187"/>
                  </a:lnTo>
                  <a:lnTo>
                    <a:pt x="2958820" y="1146187"/>
                  </a:lnTo>
                  <a:lnTo>
                    <a:pt x="2959938" y="1145717"/>
                  </a:lnTo>
                  <a:lnTo>
                    <a:pt x="2961805" y="1143850"/>
                  </a:lnTo>
                  <a:lnTo>
                    <a:pt x="2962262" y="1142733"/>
                  </a:lnTo>
                  <a:lnTo>
                    <a:pt x="2962262" y="1140104"/>
                  </a:lnTo>
                  <a:close/>
                </a:path>
                <a:path w="4248150" h="1146809">
                  <a:moveTo>
                    <a:pt x="2962262" y="571779"/>
                  </a:moveTo>
                  <a:lnTo>
                    <a:pt x="2961805" y="570661"/>
                  </a:lnTo>
                  <a:lnTo>
                    <a:pt x="2959938" y="568794"/>
                  </a:lnTo>
                  <a:lnTo>
                    <a:pt x="2958820" y="568325"/>
                  </a:lnTo>
                  <a:lnTo>
                    <a:pt x="2956191" y="568325"/>
                  </a:lnTo>
                  <a:lnTo>
                    <a:pt x="2955074" y="568794"/>
                  </a:lnTo>
                  <a:lnTo>
                    <a:pt x="2953207" y="570661"/>
                  </a:lnTo>
                  <a:lnTo>
                    <a:pt x="2952750" y="571779"/>
                  </a:lnTo>
                  <a:lnTo>
                    <a:pt x="2952750" y="574408"/>
                  </a:lnTo>
                  <a:lnTo>
                    <a:pt x="2953207" y="575525"/>
                  </a:lnTo>
                  <a:lnTo>
                    <a:pt x="2955074" y="577392"/>
                  </a:lnTo>
                  <a:lnTo>
                    <a:pt x="2956191" y="577850"/>
                  </a:lnTo>
                  <a:lnTo>
                    <a:pt x="2958820" y="577850"/>
                  </a:lnTo>
                  <a:lnTo>
                    <a:pt x="2959938" y="577392"/>
                  </a:lnTo>
                  <a:lnTo>
                    <a:pt x="2961805" y="575525"/>
                  </a:lnTo>
                  <a:lnTo>
                    <a:pt x="2962262" y="574408"/>
                  </a:lnTo>
                  <a:lnTo>
                    <a:pt x="2962262" y="571779"/>
                  </a:lnTo>
                  <a:close/>
                </a:path>
                <a:path w="4248150" h="1146809">
                  <a:moveTo>
                    <a:pt x="2962262" y="3454"/>
                  </a:moveTo>
                  <a:lnTo>
                    <a:pt x="2961805" y="2336"/>
                  </a:lnTo>
                  <a:lnTo>
                    <a:pt x="2959938" y="469"/>
                  </a:lnTo>
                  <a:lnTo>
                    <a:pt x="2958820" y="0"/>
                  </a:lnTo>
                  <a:lnTo>
                    <a:pt x="2956191" y="0"/>
                  </a:lnTo>
                  <a:lnTo>
                    <a:pt x="2955074" y="469"/>
                  </a:lnTo>
                  <a:lnTo>
                    <a:pt x="2953207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07" y="7200"/>
                  </a:lnTo>
                  <a:lnTo>
                    <a:pt x="2955074" y="9067"/>
                  </a:lnTo>
                  <a:lnTo>
                    <a:pt x="2956191" y="9525"/>
                  </a:lnTo>
                  <a:lnTo>
                    <a:pt x="2958820" y="9525"/>
                  </a:lnTo>
                  <a:lnTo>
                    <a:pt x="2959938" y="9067"/>
                  </a:lnTo>
                  <a:lnTo>
                    <a:pt x="2961805" y="7200"/>
                  </a:lnTo>
                  <a:lnTo>
                    <a:pt x="2962262" y="6083"/>
                  </a:lnTo>
                  <a:lnTo>
                    <a:pt x="2962262" y="3454"/>
                  </a:lnTo>
                  <a:close/>
                </a:path>
                <a:path w="4248150" h="1146809">
                  <a:moveTo>
                    <a:pt x="3009900" y="1140104"/>
                  </a:moveTo>
                  <a:lnTo>
                    <a:pt x="3009430" y="1138986"/>
                  </a:lnTo>
                  <a:lnTo>
                    <a:pt x="3007563" y="1137119"/>
                  </a:lnTo>
                  <a:lnTo>
                    <a:pt x="3006445" y="1136662"/>
                  </a:lnTo>
                  <a:lnTo>
                    <a:pt x="3003816" y="1136662"/>
                  </a:lnTo>
                  <a:lnTo>
                    <a:pt x="3002699" y="1137119"/>
                  </a:lnTo>
                  <a:lnTo>
                    <a:pt x="3000832" y="1138986"/>
                  </a:lnTo>
                  <a:lnTo>
                    <a:pt x="3000375" y="1140104"/>
                  </a:lnTo>
                  <a:lnTo>
                    <a:pt x="3000375" y="1142733"/>
                  </a:lnTo>
                  <a:lnTo>
                    <a:pt x="3000832" y="1143850"/>
                  </a:lnTo>
                  <a:lnTo>
                    <a:pt x="3002699" y="1145717"/>
                  </a:lnTo>
                  <a:lnTo>
                    <a:pt x="3003816" y="1146187"/>
                  </a:lnTo>
                  <a:lnTo>
                    <a:pt x="3006445" y="1146187"/>
                  </a:lnTo>
                  <a:lnTo>
                    <a:pt x="3007563" y="1145717"/>
                  </a:lnTo>
                  <a:lnTo>
                    <a:pt x="3009430" y="1143850"/>
                  </a:lnTo>
                  <a:lnTo>
                    <a:pt x="3009900" y="1142733"/>
                  </a:lnTo>
                  <a:lnTo>
                    <a:pt x="3009900" y="1140104"/>
                  </a:lnTo>
                  <a:close/>
                </a:path>
                <a:path w="4248150" h="1146809">
                  <a:moveTo>
                    <a:pt x="3009900" y="571779"/>
                  </a:moveTo>
                  <a:lnTo>
                    <a:pt x="3009430" y="570661"/>
                  </a:lnTo>
                  <a:lnTo>
                    <a:pt x="3007563" y="568794"/>
                  </a:lnTo>
                  <a:lnTo>
                    <a:pt x="3006445" y="568325"/>
                  </a:lnTo>
                  <a:lnTo>
                    <a:pt x="3003816" y="568325"/>
                  </a:lnTo>
                  <a:lnTo>
                    <a:pt x="3002699" y="568794"/>
                  </a:lnTo>
                  <a:lnTo>
                    <a:pt x="3000832" y="570661"/>
                  </a:lnTo>
                  <a:lnTo>
                    <a:pt x="3000375" y="571779"/>
                  </a:lnTo>
                  <a:lnTo>
                    <a:pt x="3000375" y="574408"/>
                  </a:lnTo>
                  <a:lnTo>
                    <a:pt x="3000832" y="575525"/>
                  </a:lnTo>
                  <a:lnTo>
                    <a:pt x="3002699" y="577392"/>
                  </a:lnTo>
                  <a:lnTo>
                    <a:pt x="3003816" y="577850"/>
                  </a:lnTo>
                  <a:lnTo>
                    <a:pt x="3006445" y="577850"/>
                  </a:lnTo>
                  <a:lnTo>
                    <a:pt x="3007563" y="577392"/>
                  </a:lnTo>
                  <a:lnTo>
                    <a:pt x="3009430" y="575525"/>
                  </a:lnTo>
                  <a:lnTo>
                    <a:pt x="3009900" y="574408"/>
                  </a:lnTo>
                  <a:lnTo>
                    <a:pt x="3009900" y="571779"/>
                  </a:lnTo>
                  <a:close/>
                </a:path>
                <a:path w="4248150" h="1146809">
                  <a:moveTo>
                    <a:pt x="3009900" y="3454"/>
                  </a:moveTo>
                  <a:lnTo>
                    <a:pt x="3009430" y="2336"/>
                  </a:lnTo>
                  <a:lnTo>
                    <a:pt x="3007563" y="469"/>
                  </a:lnTo>
                  <a:lnTo>
                    <a:pt x="3006445" y="0"/>
                  </a:lnTo>
                  <a:lnTo>
                    <a:pt x="3003816" y="0"/>
                  </a:lnTo>
                  <a:lnTo>
                    <a:pt x="3002699" y="469"/>
                  </a:lnTo>
                  <a:lnTo>
                    <a:pt x="3000832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32" y="7200"/>
                  </a:lnTo>
                  <a:lnTo>
                    <a:pt x="3002699" y="9067"/>
                  </a:lnTo>
                  <a:lnTo>
                    <a:pt x="3003816" y="9525"/>
                  </a:lnTo>
                  <a:lnTo>
                    <a:pt x="3006445" y="9525"/>
                  </a:lnTo>
                  <a:lnTo>
                    <a:pt x="3007563" y="9067"/>
                  </a:lnTo>
                  <a:lnTo>
                    <a:pt x="3009430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4248150" h="1146809">
                  <a:moveTo>
                    <a:pt x="3057512" y="1140104"/>
                  </a:moveTo>
                  <a:lnTo>
                    <a:pt x="3057055" y="1138986"/>
                  </a:lnTo>
                  <a:lnTo>
                    <a:pt x="3055188" y="1137119"/>
                  </a:lnTo>
                  <a:lnTo>
                    <a:pt x="3054070" y="1136662"/>
                  </a:lnTo>
                  <a:lnTo>
                    <a:pt x="3051441" y="1136662"/>
                  </a:lnTo>
                  <a:lnTo>
                    <a:pt x="3050324" y="1137119"/>
                  </a:lnTo>
                  <a:lnTo>
                    <a:pt x="3048457" y="1138986"/>
                  </a:lnTo>
                  <a:lnTo>
                    <a:pt x="3047987" y="1140104"/>
                  </a:lnTo>
                  <a:lnTo>
                    <a:pt x="3047987" y="1142733"/>
                  </a:lnTo>
                  <a:lnTo>
                    <a:pt x="3048457" y="1143850"/>
                  </a:lnTo>
                  <a:lnTo>
                    <a:pt x="3050324" y="1145717"/>
                  </a:lnTo>
                  <a:lnTo>
                    <a:pt x="3051441" y="1146187"/>
                  </a:lnTo>
                  <a:lnTo>
                    <a:pt x="3054070" y="1146187"/>
                  </a:lnTo>
                  <a:lnTo>
                    <a:pt x="3055188" y="1145717"/>
                  </a:lnTo>
                  <a:lnTo>
                    <a:pt x="3057055" y="1143850"/>
                  </a:lnTo>
                  <a:lnTo>
                    <a:pt x="3057512" y="1142733"/>
                  </a:lnTo>
                  <a:lnTo>
                    <a:pt x="3057512" y="1140104"/>
                  </a:lnTo>
                  <a:close/>
                </a:path>
                <a:path w="4248150" h="1146809">
                  <a:moveTo>
                    <a:pt x="3057512" y="571779"/>
                  </a:moveTo>
                  <a:lnTo>
                    <a:pt x="3057055" y="570661"/>
                  </a:lnTo>
                  <a:lnTo>
                    <a:pt x="3055188" y="568794"/>
                  </a:lnTo>
                  <a:lnTo>
                    <a:pt x="3054070" y="568325"/>
                  </a:lnTo>
                  <a:lnTo>
                    <a:pt x="3051441" y="568325"/>
                  </a:lnTo>
                  <a:lnTo>
                    <a:pt x="3050324" y="568794"/>
                  </a:lnTo>
                  <a:lnTo>
                    <a:pt x="3048457" y="570661"/>
                  </a:lnTo>
                  <a:lnTo>
                    <a:pt x="3047987" y="571779"/>
                  </a:lnTo>
                  <a:lnTo>
                    <a:pt x="3047987" y="574408"/>
                  </a:lnTo>
                  <a:lnTo>
                    <a:pt x="3048457" y="575525"/>
                  </a:lnTo>
                  <a:lnTo>
                    <a:pt x="3050324" y="577392"/>
                  </a:lnTo>
                  <a:lnTo>
                    <a:pt x="3051441" y="577850"/>
                  </a:lnTo>
                  <a:lnTo>
                    <a:pt x="3054070" y="577850"/>
                  </a:lnTo>
                  <a:lnTo>
                    <a:pt x="3055188" y="577392"/>
                  </a:lnTo>
                  <a:lnTo>
                    <a:pt x="3057055" y="575525"/>
                  </a:lnTo>
                  <a:lnTo>
                    <a:pt x="3057512" y="574408"/>
                  </a:lnTo>
                  <a:lnTo>
                    <a:pt x="3057512" y="571779"/>
                  </a:lnTo>
                  <a:close/>
                </a:path>
                <a:path w="4248150" h="1146809">
                  <a:moveTo>
                    <a:pt x="3057512" y="3454"/>
                  </a:moveTo>
                  <a:lnTo>
                    <a:pt x="3057055" y="2336"/>
                  </a:lnTo>
                  <a:lnTo>
                    <a:pt x="3055188" y="469"/>
                  </a:lnTo>
                  <a:lnTo>
                    <a:pt x="3054070" y="0"/>
                  </a:lnTo>
                  <a:lnTo>
                    <a:pt x="3051441" y="0"/>
                  </a:lnTo>
                  <a:lnTo>
                    <a:pt x="3050324" y="469"/>
                  </a:lnTo>
                  <a:lnTo>
                    <a:pt x="3048457" y="2336"/>
                  </a:lnTo>
                  <a:lnTo>
                    <a:pt x="3047987" y="3454"/>
                  </a:lnTo>
                  <a:lnTo>
                    <a:pt x="3047987" y="6083"/>
                  </a:lnTo>
                  <a:lnTo>
                    <a:pt x="3048457" y="7200"/>
                  </a:lnTo>
                  <a:lnTo>
                    <a:pt x="3050324" y="9067"/>
                  </a:lnTo>
                  <a:lnTo>
                    <a:pt x="3051441" y="9525"/>
                  </a:lnTo>
                  <a:lnTo>
                    <a:pt x="3054070" y="9525"/>
                  </a:lnTo>
                  <a:lnTo>
                    <a:pt x="3055188" y="9067"/>
                  </a:lnTo>
                  <a:lnTo>
                    <a:pt x="3057055" y="7200"/>
                  </a:lnTo>
                  <a:lnTo>
                    <a:pt x="3057512" y="6083"/>
                  </a:lnTo>
                  <a:lnTo>
                    <a:pt x="3057512" y="3454"/>
                  </a:lnTo>
                  <a:close/>
                </a:path>
                <a:path w="4248150" h="1146809">
                  <a:moveTo>
                    <a:pt x="3105150" y="1140104"/>
                  </a:moveTo>
                  <a:lnTo>
                    <a:pt x="3104680" y="1138986"/>
                  </a:lnTo>
                  <a:lnTo>
                    <a:pt x="3102813" y="1137119"/>
                  </a:lnTo>
                  <a:lnTo>
                    <a:pt x="3101695" y="1136662"/>
                  </a:lnTo>
                  <a:lnTo>
                    <a:pt x="3099066" y="1136662"/>
                  </a:lnTo>
                  <a:lnTo>
                    <a:pt x="3097949" y="1137119"/>
                  </a:lnTo>
                  <a:lnTo>
                    <a:pt x="3096082" y="1138986"/>
                  </a:lnTo>
                  <a:lnTo>
                    <a:pt x="3095625" y="1140104"/>
                  </a:lnTo>
                  <a:lnTo>
                    <a:pt x="3095625" y="1142733"/>
                  </a:lnTo>
                  <a:lnTo>
                    <a:pt x="3096082" y="1143850"/>
                  </a:lnTo>
                  <a:lnTo>
                    <a:pt x="3097949" y="1145717"/>
                  </a:lnTo>
                  <a:lnTo>
                    <a:pt x="3099066" y="1146187"/>
                  </a:lnTo>
                  <a:lnTo>
                    <a:pt x="3101695" y="1146187"/>
                  </a:lnTo>
                  <a:lnTo>
                    <a:pt x="3102813" y="1145717"/>
                  </a:lnTo>
                  <a:lnTo>
                    <a:pt x="3104680" y="1143850"/>
                  </a:lnTo>
                  <a:lnTo>
                    <a:pt x="3105150" y="1142733"/>
                  </a:lnTo>
                  <a:lnTo>
                    <a:pt x="3105150" y="1140104"/>
                  </a:lnTo>
                  <a:close/>
                </a:path>
                <a:path w="4248150" h="1146809">
                  <a:moveTo>
                    <a:pt x="3105150" y="571779"/>
                  </a:moveTo>
                  <a:lnTo>
                    <a:pt x="3104680" y="570661"/>
                  </a:lnTo>
                  <a:lnTo>
                    <a:pt x="3102813" y="568794"/>
                  </a:lnTo>
                  <a:lnTo>
                    <a:pt x="3101695" y="568325"/>
                  </a:lnTo>
                  <a:lnTo>
                    <a:pt x="3099066" y="568325"/>
                  </a:lnTo>
                  <a:lnTo>
                    <a:pt x="3097949" y="568794"/>
                  </a:lnTo>
                  <a:lnTo>
                    <a:pt x="3096082" y="570661"/>
                  </a:lnTo>
                  <a:lnTo>
                    <a:pt x="3095625" y="571779"/>
                  </a:lnTo>
                  <a:lnTo>
                    <a:pt x="3095625" y="574408"/>
                  </a:lnTo>
                  <a:lnTo>
                    <a:pt x="3096082" y="575525"/>
                  </a:lnTo>
                  <a:lnTo>
                    <a:pt x="3097949" y="577392"/>
                  </a:lnTo>
                  <a:lnTo>
                    <a:pt x="3099066" y="577850"/>
                  </a:lnTo>
                  <a:lnTo>
                    <a:pt x="3101695" y="577850"/>
                  </a:lnTo>
                  <a:lnTo>
                    <a:pt x="3102813" y="577392"/>
                  </a:lnTo>
                  <a:lnTo>
                    <a:pt x="3104680" y="575525"/>
                  </a:lnTo>
                  <a:lnTo>
                    <a:pt x="3105150" y="574408"/>
                  </a:lnTo>
                  <a:lnTo>
                    <a:pt x="3105150" y="571779"/>
                  </a:lnTo>
                  <a:close/>
                </a:path>
                <a:path w="4248150" h="1146809">
                  <a:moveTo>
                    <a:pt x="3105150" y="3454"/>
                  </a:moveTo>
                  <a:lnTo>
                    <a:pt x="3104680" y="2336"/>
                  </a:lnTo>
                  <a:lnTo>
                    <a:pt x="3102813" y="469"/>
                  </a:lnTo>
                  <a:lnTo>
                    <a:pt x="3101695" y="0"/>
                  </a:lnTo>
                  <a:lnTo>
                    <a:pt x="3099066" y="0"/>
                  </a:lnTo>
                  <a:lnTo>
                    <a:pt x="3097949" y="469"/>
                  </a:lnTo>
                  <a:lnTo>
                    <a:pt x="3096082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82" y="7200"/>
                  </a:lnTo>
                  <a:lnTo>
                    <a:pt x="3097949" y="9067"/>
                  </a:lnTo>
                  <a:lnTo>
                    <a:pt x="3099066" y="9525"/>
                  </a:lnTo>
                  <a:lnTo>
                    <a:pt x="3101695" y="9525"/>
                  </a:lnTo>
                  <a:lnTo>
                    <a:pt x="3102813" y="9067"/>
                  </a:lnTo>
                  <a:lnTo>
                    <a:pt x="3104680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4248150" h="1146809">
                  <a:moveTo>
                    <a:pt x="3152762" y="1140104"/>
                  </a:moveTo>
                  <a:lnTo>
                    <a:pt x="3152305" y="1138986"/>
                  </a:lnTo>
                  <a:lnTo>
                    <a:pt x="3150438" y="1137119"/>
                  </a:lnTo>
                  <a:lnTo>
                    <a:pt x="3149320" y="1136662"/>
                  </a:lnTo>
                  <a:lnTo>
                    <a:pt x="3146691" y="1136662"/>
                  </a:lnTo>
                  <a:lnTo>
                    <a:pt x="3145574" y="1137119"/>
                  </a:lnTo>
                  <a:lnTo>
                    <a:pt x="3143707" y="1138986"/>
                  </a:lnTo>
                  <a:lnTo>
                    <a:pt x="3143237" y="1140104"/>
                  </a:lnTo>
                  <a:lnTo>
                    <a:pt x="3143237" y="1142733"/>
                  </a:lnTo>
                  <a:lnTo>
                    <a:pt x="3143707" y="1143850"/>
                  </a:lnTo>
                  <a:lnTo>
                    <a:pt x="3145574" y="1145717"/>
                  </a:lnTo>
                  <a:lnTo>
                    <a:pt x="3146691" y="1146187"/>
                  </a:lnTo>
                  <a:lnTo>
                    <a:pt x="3149320" y="1146187"/>
                  </a:lnTo>
                  <a:lnTo>
                    <a:pt x="3150438" y="1145717"/>
                  </a:lnTo>
                  <a:lnTo>
                    <a:pt x="3152305" y="1143850"/>
                  </a:lnTo>
                  <a:lnTo>
                    <a:pt x="3152762" y="1142733"/>
                  </a:lnTo>
                  <a:lnTo>
                    <a:pt x="3152762" y="1140104"/>
                  </a:lnTo>
                  <a:close/>
                </a:path>
                <a:path w="4248150" h="1146809">
                  <a:moveTo>
                    <a:pt x="3152762" y="571779"/>
                  </a:moveTo>
                  <a:lnTo>
                    <a:pt x="3152305" y="570661"/>
                  </a:lnTo>
                  <a:lnTo>
                    <a:pt x="3150438" y="568794"/>
                  </a:lnTo>
                  <a:lnTo>
                    <a:pt x="3149320" y="568325"/>
                  </a:lnTo>
                  <a:lnTo>
                    <a:pt x="3146691" y="568325"/>
                  </a:lnTo>
                  <a:lnTo>
                    <a:pt x="3145574" y="568794"/>
                  </a:lnTo>
                  <a:lnTo>
                    <a:pt x="3143707" y="570661"/>
                  </a:lnTo>
                  <a:lnTo>
                    <a:pt x="3143237" y="571779"/>
                  </a:lnTo>
                  <a:lnTo>
                    <a:pt x="3143237" y="574408"/>
                  </a:lnTo>
                  <a:lnTo>
                    <a:pt x="3143707" y="575525"/>
                  </a:lnTo>
                  <a:lnTo>
                    <a:pt x="3145574" y="577392"/>
                  </a:lnTo>
                  <a:lnTo>
                    <a:pt x="3146691" y="577850"/>
                  </a:lnTo>
                  <a:lnTo>
                    <a:pt x="3149320" y="577850"/>
                  </a:lnTo>
                  <a:lnTo>
                    <a:pt x="3150438" y="577392"/>
                  </a:lnTo>
                  <a:lnTo>
                    <a:pt x="3152305" y="575525"/>
                  </a:lnTo>
                  <a:lnTo>
                    <a:pt x="3152762" y="574408"/>
                  </a:lnTo>
                  <a:lnTo>
                    <a:pt x="3152762" y="571779"/>
                  </a:lnTo>
                  <a:close/>
                </a:path>
                <a:path w="4248150" h="1146809">
                  <a:moveTo>
                    <a:pt x="3152762" y="3454"/>
                  </a:moveTo>
                  <a:lnTo>
                    <a:pt x="3152305" y="2336"/>
                  </a:lnTo>
                  <a:lnTo>
                    <a:pt x="3150438" y="469"/>
                  </a:lnTo>
                  <a:lnTo>
                    <a:pt x="3149320" y="0"/>
                  </a:lnTo>
                  <a:lnTo>
                    <a:pt x="3146691" y="0"/>
                  </a:lnTo>
                  <a:lnTo>
                    <a:pt x="3145574" y="469"/>
                  </a:lnTo>
                  <a:lnTo>
                    <a:pt x="3143707" y="2336"/>
                  </a:lnTo>
                  <a:lnTo>
                    <a:pt x="3143237" y="3454"/>
                  </a:lnTo>
                  <a:lnTo>
                    <a:pt x="3143237" y="6083"/>
                  </a:lnTo>
                  <a:lnTo>
                    <a:pt x="3143707" y="7200"/>
                  </a:lnTo>
                  <a:lnTo>
                    <a:pt x="3145574" y="9067"/>
                  </a:lnTo>
                  <a:lnTo>
                    <a:pt x="3146691" y="9525"/>
                  </a:lnTo>
                  <a:lnTo>
                    <a:pt x="3149320" y="9525"/>
                  </a:lnTo>
                  <a:lnTo>
                    <a:pt x="3150438" y="9067"/>
                  </a:lnTo>
                  <a:lnTo>
                    <a:pt x="3152305" y="7200"/>
                  </a:lnTo>
                  <a:lnTo>
                    <a:pt x="3152762" y="6083"/>
                  </a:lnTo>
                  <a:lnTo>
                    <a:pt x="3152762" y="3454"/>
                  </a:lnTo>
                  <a:close/>
                </a:path>
                <a:path w="4248150" h="1146809">
                  <a:moveTo>
                    <a:pt x="3200387" y="1140104"/>
                  </a:moveTo>
                  <a:lnTo>
                    <a:pt x="3199930" y="1138986"/>
                  </a:lnTo>
                  <a:lnTo>
                    <a:pt x="3198063" y="1137119"/>
                  </a:lnTo>
                  <a:lnTo>
                    <a:pt x="3196945" y="1136662"/>
                  </a:lnTo>
                  <a:lnTo>
                    <a:pt x="3194316" y="1136662"/>
                  </a:lnTo>
                  <a:lnTo>
                    <a:pt x="3193199" y="1137119"/>
                  </a:lnTo>
                  <a:lnTo>
                    <a:pt x="3191332" y="1138986"/>
                  </a:lnTo>
                  <a:lnTo>
                    <a:pt x="3190862" y="1140104"/>
                  </a:lnTo>
                  <a:lnTo>
                    <a:pt x="3190862" y="1142733"/>
                  </a:lnTo>
                  <a:lnTo>
                    <a:pt x="3191332" y="1143850"/>
                  </a:lnTo>
                  <a:lnTo>
                    <a:pt x="3193199" y="1145717"/>
                  </a:lnTo>
                  <a:lnTo>
                    <a:pt x="3194316" y="1146187"/>
                  </a:lnTo>
                  <a:lnTo>
                    <a:pt x="3196945" y="1146187"/>
                  </a:lnTo>
                  <a:lnTo>
                    <a:pt x="3198063" y="1145717"/>
                  </a:lnTo>
                  <a:lnTo>
                    <a:pt x="3199930" y="1143850"/>
                  </a:lnTo>
                  <a:lnTo>
                    <a:pt x="3200387" y="1142733"/>
                  </a:lnTo>
                  <a:lnTo>
                    <a:pt x="3200387" y="1140104"/>
                  </a:lnTo>
                  <a:close/>
                </a:path>
                <a:path w="4248150" h="1146809">
                  <a:moveTo>
                    <a:pt x="3200387" y="571779"/>
                  </a:moveTo>
                  <a:lnTo>
                    <a:pt x="3199930" y="570661"/>
                  </a:lnTo>
                  <a:lnTo>
                    <a:pt x="3198063" y="568794"/>
                  </a:lnTo>
                  <a:lnTo>
                    <a:pt x="3196945" y="568325"/>
                  </a:lnTo>
                  <a:lnTo>
                    <a:pt x="3194316" y="568325"/>
                  </a:lnTo>
                  <a:lnTo>
                    <a:pt x="3193199" y="568794"/>
                  </a:lnTo>
                  <a:lnTo>
                    <a:pt x="3191332" y="570661"/>
                  </a:lnTo>
                  <a:lnTo>
                    <a:pt x="3190862" y="571779"/>
                  </a:lnTo>
                  <a:lnTo>
                    <a:pt x="3190862" y="574408"/>
                  </a:lnTo>
                  <a:lnTo>
                    <a:pt x="3191332" y="575525"/>
                  </a:lnTo>
                  <a:lnTo>
                    <a:pt x="3193199" y="577392"/>
                  </a:lnTo>
                  <a:lnTo>
                    <a:pt x="3194316" y="577850"/>
                  </a:lnTo>
                  <a:lnTo>
                    <a:pt x="3196945" y="577850"/>
                  </a:lnTo>
                  <a:lnTo>
                    <a:pt x="3198063" y="577392"/>
                  </a:lnTo>
                  <a:lnTo>
                    <a:pt x="3199930" y="575525"/>
                  </a:lnTo>
                  <a:lnTo>
                    <a:pt x="3200387" y="574408"/>
                  </a:lnTo>
                  <a:lnTo>
                    <a:pt x="3200387" y="571779"/>
                  </a:lnTo>
                  <a:close/>
                </a:path>
                <a:path w="4248150" h="1146809">
                  <a:moveTo>
                    <a:pt x="3200387" y="3454"/>
                  </a:moveTo>
                  <a:lnTo>
                    <a:pt x="3199930" y="2336"/>
                  </a:lnTo>
                  <a:lnTo>
                    <a:pt x="3198063" y="469"/>
                  </a:lnTo>
                  <a:lnTo>
                    <a:pt x="3196945" y="0"/>
                  </a:lnTo>
                  <a:lnTo>
                    <a:pt x="3194316" y="0"/>
                  </a:lnTo>
                  <a:lnTo>
                    <a:pt x="3193199" y="469"/>
                  </a:lnTo>
                  <a:lnTo>
                    <a:pt x="3191332" y="2336"/>
                  </a:lnTo>
                  <a:lnTo>
                    <a:pt x="3190862" y="3454"/>
                  </a:lnTo>
                  <a:lnTo>
                    <a:pt x="3190862" y="6083"/>
                  </a:lnTo>
                  <a:lnTo>
                    <a:pt x="3191332" y="7200"/>
                  </a:lnTo>
                  <a:lnTo>
                    <a:pt x="3193199" y="9067"/>
                  </a:lnTo>
                  <a:lnTo>
                    <a:pt x="3194316" y="9525"/>
                  </a:lnTo>
                  <a:lnTo>
                    <a:pt x="3196945" y="9525"/>
                  </a:lnTo>
                  <a:lnTo>
                    <a:pt x="3198063" y="9067"/>
                  </a:lnTo>
                  <a:lnTo>
                    <a:pt x="3199930" y="7200"/>
                  </a:lnTo>
                  <a:lnTo>
                    <a:pt x="3200387" y="6083"/>
                  </a:lnTo>
                  <a:lnTo>
                    <a:pt x="3200387" y="3454"/>
                  </a:lnTo>
                  <a:close/>
                </a:path>
                <a:path w="4248150" h="1146809">
                  <a:moveTo>
                    <a:pt x="3248012" y="1140104"/>
                  </a:moveTo>
                  <a:lnTo>
                    <a:pt x="3247555" y="1138986"/>
                  </a:lnTo>
                  <a:lnTo>
                    <a:pt x="3245688" y="1137119"/>
                  </a:lnTo>
                  <a:lnTo>
                    <a:pt x="3244570" y="1136662"/>
                  </a:lnTo>
                  <a:lnTo>
                    <a:pt x="3241941" y="1136662"/>
                  </a:lnTo>
                  <a:lnTo>
                    <a:pt x="3240824" y="1137119"/>
                  </a:lnTo>
                  <a:lnTo>
                    <a:pt x="3238957" y="1138986"/>
                  </a:lnTo>
                  <a:lnTo>
                    <a:pt x="3238487" y="1140104"/>
                  </a:lnTo>
                  <a:lnTo>
                    <a:pt x="3238487" y="1142733"/>
                  </a:lnTo>
                  <a:lnTo>
                    <a:pt x="3238957" y="1143850"/>
                  </a:lnTo>
                  <a:lnTo>
                    <a:pt x="3240824" y="1145717"/>
                  </a:lnTo>
                  <a:lnTo>
                    <a:pt x="3241941" y="1146187"/>
                  </a:lnTo>
                  <a:lnTo>
                    <a:pt x="3244570" y="1146187"/>
                  </a:lnTo>
                  <a:lnTo>
                    <a:pt x="3245688" y="1145717"/>
                  </a:lnTo>
                  <a:lnTo>
                    <a:pt x="3247555" y="1143850"/>
                  </a:lnTo>
                  <a:lnTo>
                    <a:pt x="3248012" y="1142733"/>
                  </a:lnTo>
                  <a:lnTo>
                    <a:pt x="3248012" y="1140104"/>
                  </a:lnTo>
                  <a:close/>
                </a:path>
                <a:path w="4248150" h="1146809">
                  <a:moveTo>
                    <a:pt x="3248012" y="571779"/>
                  </a:moveTo>
                  <a:lnTo>
                    <a:pt x="3247555" y="570661"/>
                  </a:lnTo>
                  <a:lnTo>
                    <a:pt x="3245688" y="568794"/>
                  </a:lnTo>
                  <a:lnTo>
                    <a:pt x="3244570" y="568325"/>
                  </a:lnTo>
                  <a:lnTo>
                    <a:pt x="3241941" y="568325"/>
                  </a:lnTo>
                  <a:lnTo>
                    <a:pt x="3240824" y="568794"/>
                  </a:lnTo>
                  <a:lnTo>
                    <a:pt x="3238957" y="570661"/>
                  </a:lnTo>
                  <a:lnTo>
                    <a:pt x="3238487" y="571779"/>
                  </a:lnTo>
                  <a:lnTo>
                    <a:pt x="3238487" y="574408"/>
                  </a:lnTo>
                  <a:lnTo>
                    <a:pt x="3238957" y="575525"/>
                  </a:lnTo>
                  <a:lnTo>
                    <a:pt x="3240824" y="577392"/>
                  </a:lnTo>
                  <a:lnTo>
                    <a:pt x="3241941" y="577850"/>
                  </a:lnTo>
                  <a:lnTo>
                    <a:pt x="3244570" y="577850"/>
                  </a:lnTo>
                  <a:lnTo>
                    <a:pt x="3245688" y="577392"/>
                  </a:lnTo>
                  <a:lnTo>
                    <a:pt x="3247555" y="575525"/>
                  </a:lnTo>
                  <a:lnTo>
                    <a:pt x="3248012" y="574408"/>
                  </a:lnTo>
                  <a:lnTo>
                    <a:pt x="3248012" y="571779"/>
                  </a:lnTo>
                  <a:close/>
                </a:path>
                <a:path w="4248150" h="1146809">
                  <a:moveTo>
                    <a:pt x="3248012" y="3454"/>
                  </a:moveTo>
                  <a:lnTo>
                    <a:pt x="3247555" y="2336"/>
                  </a:lnTo>
                  <a:lnTo>
                    <a:pt x="3245688" y="469"/>
                  </a:lnTo>
                  <a:lnTo>
                    <a:pt x="3244570" y="0"/>
                  </a:lnTo>
                  <a:lnTo>
                    <a:pt x="3241941" y="0"/>
                  </a:lnTo>
                  <a:lnTo>
                    <a:pt x="3240824" y="469"/>
                  </a:lnTo>
                  <a:lnTo>
                    <a:pt x="3238957" y="2336"/>
                  </a:lnTo>
                  <a:lnTo>
                    <a:pt x="3238487" y="3454"/>
                  </a:lnTo>
                  <a:lnTo>
                    <a:pt x="3238487" y="6083"/>
                  </a:lnTo>
                  <a:lnTo>
                    <a:pt x="3238957" y="7200"/>
                  </a:lnTo>
                  <a:lnTo>
                    <a:pt x="3240824" y="9067"/>
                  </a:lnTo>
                  <a:lnTo>
                    <a:pt x="3241941" y="9525"/>
                  </a:lnTo>
                  <a:lnTo>
                    <a:pt x="3244570" y="9525"/>
                  </a:lnTo>
                  <a:lnTo>
                    <a:pt x="3245688" y="9067"/>
                  </a:lnTo>
                  <a:lnTo>
                    <a:pt x="3247555" y="7200"/>
                  </a:lnTo>
                  <a:lnTo>
                    <a:pt x="3248012" y="6083"/>
                  </a:lnTo>
                  <a:lnTo>
                    <a:pt x="3248012" y="3454"/>
                  </a:lnTo>
                  <a:close/>
                </a:path>
                <a:path w="4248150" h="1146809">
                  <a:moveTo>
                    <a:pt x="3295637" y="1140104"/>
                  </a:moveTo>
                  <a:lnTo>
                    <a:pt x="3295180" y="1138986"/>
                  </a:lnTo>
                  <a:lnTo>
                    <a:pt x="3293313" y="1137119"/>
                  </a:lnTo>
                  <a:lnTo>
                    <a:pt x="3292195" y="1136662"/>
                  </a:lnTo>
                  <a:lnTo>
                    <a:pt x="3289566" y="1136662"/>
                  </a:lnTo>
                  <a:lnTo>
                    <a:pt x="3288449" y="1137119"/>
                  </a:lnTo>
                  <a:lnTo>
                    <a:pt x="3286582" y="1138986"/>
                  </a:lnTo>
                  <a:lnTo>
                    <a:pt x="3286112" y="1140104"/>
                  </a:lnTo>
                  <a:lnTo>
                    <a:pt x="3286112" y="1142733"/>
                  </a:lnTo>
                  <a:lnTo>
                    <a:pt x="3286582" y="1143850"/>
                  </a:lnTo>
                  <a:lnTo>
                    <a:pt x="3288449" y="1145717"/>
                  </a:lnTo>
                  <a:lnTo>
                    <a:pt x="3289566" y="1146187"/>
                  </a:lnTo>
                  <a:lnTo>
                    <a:pt x="3292195" y="1146187"/>
                  </a:lnTo>
                  <a:lnTo>
                    <a:pt x="3293313" y="1145717"/>
                  </a:lnTo>
                  <a:lnTo>
                    <a:pt x="3295180" y="1143850"/>
                  </a:lnTo>
                  <a:lnTo>
                    <a:pt x="3295637" y="1142733"/>
                  </a:lnTo>
                  <a:lnTo>
                    <a:pt x="3295637" y="1140104"/>
                  </a:lnTo>
                  <a:close/>
                </a:path>
                <a:path w="4248150" h="1146809">
                  <a:moveTo>
                    <a:pt x="3295637" y="571779"/>
                  </a:moveTo>
                  <a:lnTo>
                    <a:pt x="3295180" y="570661"/>
                  </a:lnTo>
                  <a:lnTo>
                    <a:pt x="3293313" y="568794"/>
                  </a:lnTo>
                  <a:lnTo>
                    <a:pt x="3292195" y="568325"/>
                  </a:lnTo>
                  <a:lnTo>
                    <a:pt x="3289566" y="568325"/>
                  </a:lnTo>
                  <a:lnTo>
                    <a:pt x="3288449" y="568794"/>
                  </a:lnTo>
                  <a:lnTo>
                    <a:pt x="3286582" y="570661"/>
                  </a:lnTo>
                  <a:lnTo>
                    <a:pt x="3286112" y="571779"/>
                  </a:lnTo>
                  <a:lnTo>
                    <a:pt x="3286112" y="574408"/>
                  </a:lnTo>
                  <a:lnTo>
                    <a:pt x="3286582" y="575525"/>
                  </a:lnTo>
                  <a:lnTo>
                    <a:pt x="3288449" y="577392"/>
                  </a:lnTo>
                  <a:lnTo>
                    <a:pt x="3289566" y="577850"/>
                  </a:lnTo>
                  <a:lnTo>
                    <a:pt x="3292195" y="577850"/>
                  </a:lnTo>
                  <a:lnTo>
                    <a:pt x="3293313" y="577392"/>
                  </a:lnTo>
                  <a:lnTo>
                    <a:pt x="3295180" y="575525"/>
                  </a:lnTo>
                  <a:lnTo>
                    <a:pt x="3295637" y="574408"/>
                  </a:lnTo>
                  <a:lnTo>
                    <a:pt x="3295637" y="571779"/>
                  </a:lnTo>
                  <a:close/>
                </a:path>
                <a:path w="4248150" h="1146809">
                  <a:moveTo>
                    <a:pt x="3295637" y="3454"/>
                  </a:moveTo>
                  <a:lnTo>
                    <a:pt x="3295180" y="2336"/>
                  </a:lnTo>
                  <a:lnTo>
                    <a:pt x="3293313" y="469"/>
                  </a:lnTo>
                  <a:lnTo>
                    <a:pt x="3292195" y="0"/>
                  </a:lnTo>
                  <a:lnTo>
                    <a:pt x="3289566" y="0"/>
                  </a:lnTo>
                  <a:lnTo>
                    <a:pt x="3288449" y="469"/>
                  </a:lnTo>
                  <a:lnTo>
                    <a:pt x="3286582" y="2336"/>
                  </a:lnTo>
                  <a:lnTo>
                    <a:pt x="3286112" y="3454"/>
                  </a:lnTo>
                  <a:lnTo>
                    <a:pt x="3286112" y="6083"/>
                  </a:lnTo>
                  <a:lnTo>
                    <a:pt x="3286582" y="7200"/>
                  </a:lnTo>
                  <a:lnTo>
                    <a:pt x="3288449" y="9067"/>
                  </a:lnTo>
                  <a:lnTo>
                    <a:pt x="3289566" y="9525"/>
                  </a:lnTo>
                  <a:lnTo>
                    <a:pt x="3292195" y="9525"/>
                  </a:lnTo>
                  <a:lnTo>
                    <a:pt x="3293313" y="9067"/>
                  </a:lnTo>
                  <a:lnTo>
                    <a:pt x="3295180" y="7200"/>
                  </a:lnTo>
                  <a:lnTo>
                    <a:pt x="3295637" y="6083"/>
                  </a:lnTo>
                  <a:lnTo>
                    <a:pt x="3295637" y="3454"/>
                  </a:lnTo>
                  <a:close/>
                </a:path>
                <a:path w="4248150" h="1146809">
                  <a:moveTo>
                    <a:pt x="3343262" y="1140104"/>
                  </a:moveTo>
                  <a:lnTo>
                    <a:pt x="3342805" y="1138986"/>
                  </a:lnTo>
                  <a:lnTo>
                    <a:pt x="3340938" y="1137119"/>
                  </a:lnTo>
                  <a:lnTo>
                    <a:pt x="3339820" y="1136662"/>
                  </a:lnTo>
                  <a:lnTo>
                    <a:pt x="3337191" y="1136662"/>
                  </a:lnTo>
                  <a:lnTo>
                    <a:pt x="3336074" y="1137119"/>
                  </a:lnTo>
                  <a:lnTo>
                    <a:pt x="3334207" y="1138986"/>
                  </a:lnTo>
                  <a:lnTo>
                    <a:pt x="3333737" y="1140104"/>
                  </a:lnTo>
                  <a:lnTo>
                    <a:pt x="3333737" y="1142733"/>
                  </a:lnTo>
                  <a:lnTo>
                    <a:pt x="3334207" y="1143850"/>
                  </a:lnTo>
                  <a:lnTo>
                    <a:pt x="3336074" y="1145717"/>
                  </a:lnTo>
                  <a:lnTo>
                    <a:pt x="3337191" y="1146187"/>
                  </a:lnTo>
                  <a:lnTo>
                    <a:pt x="3339820" y="1146187"/>
                  </a:lnTo>
                  <a:lnTo>
                    <a:pt x="3340938" y="1145717"/>
                  </a:lnTo>
                  <a:lnTo>
                    <a:pt x="3342805" y="1143850"/>
                  </a:lnTo>
                  <a:lnTo>
                    <a:pt x="3343262" y="1142733"/>
                  </a:lnTo>
                  <a:lnTo>
                    <a:pt x="3343262" y="1140104"/>
                  </a:lnTo>
                  <a:close/>
                </a:path>
                <a:path w="4248150" h="1146809">
                  <a:moveTo>
                    <a:pt x="3343262" y="571779"/>
                  </a:moveTo>
                  <a:lnTo>
                    <a:pt x="3342805" y="570661"/>
                  </a:lnTo>
                  <a:lnTo>
                    <a:pt x="3340938" y="568794"/>
                  </a:lnTo>
                  <a:lnTo>
                    <a:pt x="3339820" y="568325"/>
                  </a:lnTo>
                  <a:lnTo>
                    <a:pt x="3337191" y="568325"/>
                  </a:lnTo>
                  <a:lnTo>
                    <a:pt x="3336074" y="568794"/>
                  </a:lnTo>
                  <a:lnTo>
                    <a:pt x="3334207" y="570661"/>
                  </a:lnTo>
                  <a:lnTo>
                    <a:pt x="3333737" y="571779"/>
                  </a:lnTo>
                  <a:lnTo>
                    <a:pt x="3333737" y="574408"/>
                  </a:lnTo>
                  <a:lnTo>
                    <a:pt x="3334207" y="575525"/>
                  </a:lnTo>
                  <a:lnTo>
                    <a:pt x="3336074" y="577392"/>
                  </a:lnTo>
                  <a:lnTo>
                    <a:pt x="3337191" y="577850"/>
                  </a:lnTo>
                  <a:lnTo>
                    <a:pt x="3339820" y="577850"/>
                  </a:lnTo>
                  <a:lnTo>
                    <a:pt x="3340938" y="577392"/>
                  </a:lnTo>
                  <a:lnTo>
                    <a:pt x="3342805" y="575525"/>
                  </a:lnTo>
                  <a:lnTo>
                    <a:pt x="3343262" y="574408"/>
                  </a:lnTo>
                  <a:lnTo>
                    <a:pt x="3343262" y="571779"/>
                  </a:lnTo>
                  <a:close/>
                </a:path>
                <a:path w="4248150" h="1146809">
                  <a:moveTo>
                    <a:pt x="3343262" y="3454"/>
                  </a:moveTo>
                  <a:lnTo>
                    <a:pt x="3342805" y="2336"/>
                  </a:lnTo>
                  <a:lnTo>
                    <a:pt x="3340938" y="469"/>
                  </a:lnTo>
                  <a:lnTo>
                    <a:pt x="3339820" y="0"/>
                  </a:lnTo>
                  <a:lnTo>
                    <a:pt x="3337191" y="0"/>
                  </a:lnTo>
                  <a:lnTo>
                    <a:pt x="3336074" y="469"/>
                  </a:lnTo>
                  <a:lnTo>
                    <a:pt x="3334207" y="2336"/>
                  </a:lnTo>
                  <a:lnTo>
                    <a:pt x="3333737" y="3454"/>
                  </a:lnTo>
                  <a:lnTo>
                    <a:pt x="3333737" y="6083"/>
                  </a:lnTo>
                  <a:lnTo>
                    <a:pt x="3334207" y="7200"/>
                  </a:lnTo>
                  <a:lnTo>
                    <a:pt x="3336074" y="9067"/>
                  </a:lnTo>
                  <a:lnTo>
                    <a:pt x="3337191" y="9525"/>
                  </a:lnTo>
                  <a:lnTo>
                    <a:pt x="3339820" y="9525"/>
                  </a:lnTo>
                  <a:lnTo>
                    <a:pt x="3340938" y="9067"/>
                  </a:lnTo>
                  <a:lnTo>
                    <a:pt x="3342805" y="7200"/>
                  </a:lnTo>
                  <a:lnTo>
                    <a:pt x="3343262" y="6083"/>
                  </a:lnTo>
                  <a:lnTo>
                    <a:pt x="3343262" y="3454"/>
                  </a:lnTo>
                  <a:close/>
                </a:path>
                <a:path w="4248150" h="1146809">
                  <a:moveTo>
                    <a:pt x="3390887" y="1140104"/>
                  </a:moveTo>
                  <a:lnTo>
                    <a:pt x="3390430" y="1138986"/>
                  </a:lnTo>
                  <a:lnTo>
                    <a:pt x="3388563" y="1137119"/>
                  </a:lnTo>
                  <a:lnTo>
                    <a:pt x="3387445" y="1136662"/>
                  </a:lnTo>
                  <a:lnTo>
                    <a:pt x="3384816" y="1136662"/>
                  </a:lnTo>
                  <a:lnTo>
                    <a:pt x="3383699" y="1137119"/>
                  </a:lnTo>
                  <a:lnTo>
                    <a:pt x="3381832" y="1138986"/>
                  </a:lnTo>
                  <a:lnTo>
                    <a:pt x="3381362" y="1140104"/>
                  </a:lnTo>
                  <a:lnTo>
                    <a:pt x="3381362" y="1142733"/>
                  </a:lnTo>
                  <a:lnTo>
                    <a:pt x="3381832" y="1143850"/>
                  </a:lnTo>
                  <a:lnTo>
                    <a:pt x="3383699" y="1145717"/>
                  </a:lnTo>
                  <a:lnTo>
                    <a:pt x="3384816" y="1146187"/>
                  </a:lnTo>
                  <a:lnTo>
                    <a:pt x="3387445" y="1146187"/>
                  </a:lnTo>
                  <a:lnTo>
                    <a:pt x="3388563" y="1145717"/>
                  </a:lnTo>
                  <a:lnTo>
                    <a:pt x="3390430" y="1143850"/>
                  </a:lnTo>
                  <a:lnTo>
                    <a:pt x="3390887" y="1142733"/>
                  </a:lnTo>
                  <a:lnTo>
                    <a:pt x="3390887" y="1140104"/>
                  </a:lnTo>
                  <a:close/>
                </a:path>
                <a:path w="4248150" h="1146809">
                  <a:moveTo>
                    <a:pt x="3390887" y="571779"/>
                  </a:moveTo>
                  <a:lnTo>
                    <a:pt x="3390430" y="570661"/>
                  </a:lnTo>
                  <a:lnTo>
                    <a:pt x="3388563" y="568794"/>
                  </a:lnTo>
                  <a:lnTo>
                    <a:pt x="3387445" y="568325"/>
                  </a:lnTo>
                  <a:lnTo>
                    <a:pt x="3384816" y="568325"/>
                  </a:lnTo>
                  <a:lnTo>
                    <a:pt x="3383699" y="568794"/>
                  </a:lnTo>
                  <a:lnTo>
                    <a:pt x="3381832" y="570661"/>
                  </a:lnTo>
                  <a:lnTo>
                    <a:pt x="3381362" y="571779"/>
                  </a:lnTo>
                  <a:lnTo>
                    <a:pt x="3381362" y="574408"/>
                  </a:lnTo>
                  <a:lnTo>
                    <a:pt x="3381832" y="575525"/>
                  </a:lnTo>
                  <a:lnTo>
                    <a:pt x="3383699" y="577392"/>
                  </a:lnTo>
                  <a:lnTo>
                    <a:pt x="3384816" y="577850"/>
                  </a:lnTo>
                  <a:lnTo>
                    <a:pt x="3387445" y="577850"/>
                  </a:lnTo>
                  <a:lnTo>
                    <a:pt x="3388563" y="577392"/>
                  </a:lnTo>
                  <a:lnTo>
                    <a:pt x="3390430" y="575525"/>
                  </a:lnTo>
                  <a:lnTo>
                    <a:pt x="3390887" y="574408"/>
                  </a:lnTo>
                  <a:lnTo>
                    <a:pt x="3390887" y="571779"/>
                  </a:lnTo>
                  <a:close/>
                </a:path>
                <a:path w="4248150" h="1146809">
                  <a:moveTo>
                    <a:pt x="3390887" y="3454"/>
                  </a:moveTo>
                  <a:lnTo>
                    <a:pt x="3390430" y="2336"/>
                  </a:lnTo>
                  <a:lnTo>
                    <a:pt x="3388563" y="469"/>
                  </a:lnTo>
                  <a:lnTo>
                    <a:pt x="3387445" y="0"/>
                  </a:lnTo>
                  <a:lnTo>
                    <a:pt x="3384816" y="0"/>
                  </a:lnTo>
                  <a:lnTo>
                    <a:pt x="3383699" y="469"/>
                  </a:lnTo>
                  <a:lnTo>
                    <a:pt x="3381832" y="2336"/>
                  </a:lnTo>
                  <a:lnTo>
                    <a:pt x="3381362" y="3454"/>
                  </a:lnTo>
                  <a:lnTo>
                    <a:pt x="3381362" y="6083"/>
                  </a:lnTo>
                  <a:lnTo>
                    <a:pt x="3381832" y="7200"/>
                  </a:lnTo>
                  <a:lnTo>
                    <a:pt x="3383699" y="9067"/>
                  </a:lnTo>
                  <a:lnTo>
                    <a:pt x="3384816" y="9525"/>
                  </a:lnTo>
                  <a:lnTo>
                    <a:pt x="3387445" y="9525"/>
                  </a:lnTo>
                  <a:lnTo>
                    <a:pt x="3388563" y="9067"/>
                  </a:lnTo>
                  <a:lnTo>
                    <a:pt x="3390430" y="7200"/>
                  </a:lnTo>
                  <a:lnTo>
                    <a:pt x="3390887" y="6083"/>
                  </a:lnTo>
                  <a:lnTo>
                    <a:pt x="3390887" y="3454"/>
                  </a:lnTo>
                  <a:close/>
                </a:path>
                <a:path w="4248150" h="1146809">
                  <a:moveTo>
                    <a:pt x="3438512" y="1140104"/>
                  </a:moveTo>
                  <a:lnTo>
                    <a:pt x="3438055" y="1138986"/>
                  </a:lnTo>
                  <a:lnTo>
                    <a:pt x="3436188" y="1137119"/>
                  </a:lnTo>
                  <a:lnTo>
                    <a:pt x="3435070" y="1136662"/>
                  </a:lnTo>
                  <a:lnTo>
                    <a:pt x="3432441" y="1136662"/>
                  </a:lnTo>
                  <a:lnTo>
                    <a:pt x="3431324" y="1137119"/>
                  </a:lnTo>
                  <a:lnTo>
                    <a:pt x="3429457" y="1138986"/>
                  </a:lnTo>
                  <a:lnTo>
                    <a:pt x="3428987" y="1140104"/>
                  </a:lnTo>
                  <a:lnTo>
                    <a:pt x="3428987" y="1142733"/>
                  </a:lnTo>
                  <a:lnTo>
                    <a:pt x="3429457" y="1143850"/>
                  </a:lnTo>
                  <a:lnTo>
                    <a:pt x="3431324" y="1145717"/>
                  </a:lnTo>
                  <a:lnTo>
                    <a:pt x="3432441" y="1146187"/>
                  </a:lnTo>
                  <a:lnTo>
                    <a:pt x="3435070" y="1146187"/>
                  </a:lnTo>
                  <a:lnTo>
                    <a:pt x="3436188" y="1145717"/>
                  </a:lnTo>
                  <a:lnTo>
                    <a:pt x="3438055" y="1143850"/>
                  </a:lnTo>
                  <a:lnTo>
                    <a:pt x="3438512" y="1142733"/>
                  </a:lnTo>
                  <a:lnTo>
                    <a:pt x="3438512" y="1140104"/>
                  </a:lnTo>
                  <a:close/>
                </a:path>
                <a:path w="4248150" h="1146809">
                  <a:moveTo>
                    <a:pt x="3438512" y="571779"/>
                  </a:moveTo>
                  <a:lnTo>
                    <a:pt x="3438055" y="570661"/>
                  </a:lnTo>
                  <a:lnTo>
                    <a:pt x="3436188" y="568794"/>
                  </a:lnTo>
                  <a:lnTo>
                    <a:pt x="3435070" y="568325"/>
                  </a:lnTo>
                  <a:lnTo>
                    <a:pt x="3432441" y="568325"/>
                  </a:lnTo>
                  <a:lnTo>
                    <a:pt x="3431324" y="568794"/>
                  </a:lnTo>
                  <a:lnTo>
                    <a:pt x="3429457" y="570661"/>
                  </a:lnTo>
                  <a:lnTo>
                    <a:pt x="3428987" y="571779"/>
                  </a:lnTo>
                  <a:lnTo>
                    <a:pt x="3428987" y="574408"/>
                  </a:lnTo>
                  <a:lnTo>
                    <a:pt x="3429457" y="575525"/>
                  </a:lnTo>
                  <a:lnTo>
                    <a:pt x="3431324" y="577392"/>
                  </a:lnTo>
                  <a:lnTo>
                    <a:pt x="3432441" y="577850"/>
                  </a:lnTo>
                  <a:lnTo>
                    <a:pt x="3435070" y="577850"/>
                  </a:lnTo>
                  <a:lnTo>
                    <a:pt x="3436188" y="577392"/>
                  </a:lnTo>
                  <a:lnTo>
                    <a:pt x="3438055" y="575525"/>
                  </a:lnTo>
                  <a:lnTo>
                    <a:pt x="3438512" y="574408"/>
                  </a:lnTo>
                  <a:lnTo>
                    <a:pt x="3438512" y="571779"/>
                  </a:lnTo>
                  <a:close/>
                </a:path>
                <a:path w="4248150" h="1146809">
                  <a:moveTo>
                    <a:pt x="3438512" y="3454"/>
                  </a:moveTo>
                  <a:lnTo>
                    <a:pt x="3438055" y="2336"/>
                  </a:lnTo>
                  <a:lnTo>
                    <a:pt x="3436188" y="469"/>
                  </a:lnTo>
                  <a:lnTo>
                    <a:pt x="3435070" y="0"/>
                  </a:lnTo>
                  <a:lnTo>
                    <a:pt x="3432441" y="0"/>
                  </a:lnTo>
                  <a:lnTo>
                    <a:pt x="3431324" y="469"/>
                  </a:lnTo>
                  <a:lnTo>
                    <a:pt x="3429457" y="2336"/>
                  </a:lnTo>
                  <a:lnTo>
                    <a:pt x="3428987" y="3454"/>
                  </a:lnTo>
                  <a:lnTo>
                    <a:pt x="3428987" y="6083"/>
                  </a:lnTo>
                  <a:lnTo>
                    <a:pt x="3429457" y="7200"/>
                  </a:lnTo>
                  <a:lnTo>
                    <a:pt x="3431324" y="9067"/>
                  </a:lnTo>
                  <a:lnTo>
                    <a:pt x="3432441" y="9525"/>
                  </a:lnTo>
                  <a:lnTo>
                    <a:pt x="3435070" y="9525"/>
                  </a:lnTo>
                  <a:lnTo>
                    <a:pt x="3436188" y="9067"/>
                  </a:lnTo>
                  <a:lnTo>
                    <a:pt x="3438055" y="7200"/>
                  </a:lnTo>
                  <a:lnTo>
                    <a:pt x="3438512" y="6083"/>
                  </a:lnTo>
                  <a:lnTo>
                    <a:pt x="3438512" y="3454"/>
                  </a:lnTo>
                  <a:close/>
                </a:path>
                <a:path w="4248150" h="1146809">
                  <a:moveTo>
                    <a:pt x="3486137" y="1140104"/>
                  </a:moveTo>
                  <a:lnTo>
                    <a:pt x="3485680" y="1138986"/>
                  </a:lnTo>
                  <a:lnTo>
                    <a:pt x="3483813" y="1137119"/>
                  </a:lnTo>
                  <a:lnTo>
                    <a:pt x="3482695" y="1136662"/>
                  </a:lnTo>
                  <a:lnTo>
                    <a:pt x="3480066" y="1136662"/>
                  </a:lnTo>
                  <a:lnTo>
                    <a:pt x="3478949" y="1137119"/>
                  </a:lnTo>
                  <a:lnTo>
                    <a:pt x="3477082" y="1138986"/>
                  </a:lnTo>
                  <a:lnTo>
                    <a:pt x="3476612" y="1140104"/>
                  </a:lnTo>
                  <a:lnTo>
                    <a:pt x="3476612" y="1142733"/>
                  </a:lnTo>
                  <a:lnTo>
                    <a:pt x="3477082" y="1143850"/>
                  </a:lnTo>
                  <a:lnTo>
                    <a:pt x="3478949" y="1145717"/>
                  </a:lnTo>
                  <a:lnTo>
                    <a:pt x="3480066" y="1146187"/>
                  </a:lnTo>
                  <a:lnTo>
                    <a:pt x="3482695" y="1146187"/>
                  </a:lnTo>
                  <a:lnTo>
                    <a:pt x="3483813" y="1145717"/>
                  </a:lnTo>
                  <a:lnTo>
                    <a:pt x="3485680" y="1143850"/>
                  </a:lnTo>
                  <a:lnTo>
                    <a:pt x="3486137" y="1142733"/>
                  </a:lnTo>
                  <a:lnTo>
                    <a:pt x="3486137" y="1140104"/>
                  </a:lnTo>
                  <a:close/>
                </a:path>
                <a:path w="4248150" h="1146809">
                  <a:moveTo>
                    <a:pt x="3486137" y="571779"/>
                  </a:moveTo>
                  <a:lnTo>
                    <a:pt x="3485680" y="570661"/>
                  </a:lnTo>
                  <a:lnTo>
                    <a:pt x="3483813" y="568794"/>
                  </a:lnTo>
                  <a:lnTo>
                    <a:pt x="3482695" y="568325"/>
                  </a:lnTo>
                  <a:lnTo>
                    <a:pt x="3480066" y="568325"/>
                  </a:lnTo>
                  <a:lnTo>
                    <a:pt x="3478949" y="568794"/>
                  </a:lnTo>
                  <a:lnTo>
                    <a:pt x="3477082" y="570661"/>
                  </a:lnTo>
                  <a:lnTo>
                    <a:pt x="3476612" y="571779"/>
                  </a:lnTo>
                  <a:lnTo>
                    <a:pt x="3476612" y="574408"/>
                  </a:lnTo>
                  <a:lnTo>
                    <a:pt x="3477082" y="575525"/>
                  </a:lnTo>
                  <a:lnTo>
                    <a:pt x="3478949" y="577392"/>
                  </a:lnTo>
                  <a:lnTo>
                    <a:pt x="3480066" y="577850"/>
                  </a:lnTo>
                  <a:lnTo>
                    <a:pt x="3482695" y="577850"/>
                  </a:lnTo>
                  <a:lnTo>
                    <a:pt x="3483813" y="577392"/>
                  </a:lnTo>
                  <a:lnTo>
                    <a:pt x="3485680" y="575525"/>
                  </a:lnTo>
                  <a:lnTo>
                    <a:pt x="3486137" y="574408"/>
                  </a:lnTo>
                  <a:lnTo>
                    <a:pt x="3486137" y="571779"/>
                  </a:lnTo>
                  <a:close/>
                </a:path>
                <a:path w="4248150" h="1146809">
                  <a:moveTo>
                    <a:pt x="3486137" y="3454"/>
                  </a:moveTo>
                  <a:lnTo>
                    <a:pt x="3485680" y="2336"/>
                  </a:lnTo>
                  <a:lnTo>
                    <a:pt x="3483813" y="469"/>
                  </a:lnTo>
                  <a:lnTo>
                    <a:pt x="3482695" y="0"/>
                  </a:lnTo>
                  <a:lnTo>
                    <a:pt x="3480066" y="0"/>
                  </a:lnTo>
                  <a:lnTo>
                    <a:pt x="3478949" y="469"/>
                  </a:lnTo>
                  <a:lnTo>
                    <a:pt x="3477082" y="2336"/>
                  </a:lnTo>
                  <a:lnTo>
                    <a:pt x="3476612" y="3454"/>
                  </a:lnTo>
                  <a:lnTo>
                    <a:pt x="3476612" y="6083"/>
                  </a:lnTo>
                  <a:lnTo>
                    <a:pt x="3477082" y="7200"/>
                  </a:lnTo>
                  <a:lnTo>
                    <a:pt x="3478949" y="9067"/>
                  </a:lnTo>
                  <a:lnTo>
                    <a:pt x="3480066" y="9525"/>
                  </a:lnTo>
                  <a:lnTo>
                    <a:pt x="3482695" y="9525"/>
                  </a:lnTo>
                  <a:lnTo>
                    <a:pt x="3483813" y="9067"/>
                  </a:lnTo>
                  <a:lnTo>
                    <a:pt x="3485680" y="7200"/>
                  </a:lnTo>
                  <a:lnTo>
                    <a:pt x="3486137" y="6083"/>
                  </a:lnTo>
                  <a:lnTo>
                    <a:pt x="3486137" y="3454"/>
                  </a:lnTo>
                  <a:close/>
                </a:path>
                <a:path w="4248150" h="1146809">
                  <a:moveTo>
                    <a:pt x="3533762" y="1140104"/>
                  </a:moveTo>
                  <a:lnTo>
                    <a:pt x="3533305" y="1138986"/>
                  </a:lnTo>
                  <a:lnTo>
                    <a:pt x="3531438" y="1137119"/>
                  </a:lnTo>
                  <a:lnTo>
                    <a:pt x="3530320" y="1136662"/>
                  </a:lnTo>
                  <a:lnTo>
                    <a:pt x="3527691" y="1136662"/>
                  </a:lnTo>
                  <a:lnTo>
                    <a:pt x="3526574" y="1137119"/>
                  </a:lnTo>
                  <a:lnTo>
                    <a:pt x="3524707" y="1138986"/>
                  </a:lnTo>
                  <a:lnTo>
                    <a:pt x="3524237" y="1140104"/>
                  </a:lnTo>
                  <a:lnTo>
                    <a:pt x="3524237" y="1142733"/>
                  </a:lnTo>
                  <a:lnTo>
                    <a:pt x="3524707" y="1143850"/>
                  </a:lnTo>
                  <a:lnTo>
                    <a:pt x="3526574" y="1145717"/>
                  </a:lnTo>
                  <a:lnTo>
                    <a:pt x="3527691" y="1146187"/>
                  </a:lnTo>
                  <a:lnTo>
                    <a:pt x="3530320" y="1146187"/>
                  </a:lnTo>
                  <a:lnTo>
                    <a:pt x="3531438" y="1145717"/>
                  </a:lnTo>
                  <a:lnTo>
                    <a:pt x="3533305" y="1143850"/>
                  </a:lnTo>
                  <a:lnTo>
                    <a:pt x="3533762" y="1142733"/>
                  </a:lnTo>
                  <a:lnTo>
                    <a:pt x="3533762" y="1140104"/>
                  </a:lnTo>
                  <a:close/>
                </a:path>
                <a:path w="4248150" h="1146809">
                  <a:moveTo>
                    <a:pt x="3533762" y="571779"/>
                  </a:moveTo>
                  <a:lnTo>
                    <a:pt x="3533305" y="570661"/>
                  </a:lnTo>
                  <a:lnTo>
                    <a:pt x="3531438" y="568794"/>
                  </a:lnTo>
                  <a:lnTo>
                    <a:pt x="3530320" y="568325"/>
                  </a:lnTo>
                  <a:lnTo>
                    <a:pt x="3527691" y="568325"/>
                  </a:lnTo>
                  <a:lnTo>
                    <a:pt x="3526574" y="568794"/>
                  </a:lnTo>
                  <a:lnTo>
                    <a:pt x="3524707" y="570661"/>
                  </a:lnTo>
                  <a:lnTo>
                    <a:pt x="3524237" y="571779"/>
                  </a:lnTo>
                  <a:lnTo>
                    <a:pt x="3524237" y="574408"/>
                  </a:lnTo>
                  <a:lnTo>
                    <a:pt x="3524707" y="575525"/>
                  </a:lnTo>
                  <a:lnTo>
                    <a:pt x="3526574" y="577392"/>
                  </a:lnTo>
                  <a:lnTo>
                    <a:pt x="3527691" y="577850"/>
                  </a:lnTo>
                  <a:lnTo>
                    <a:pt x="3530320" y="577850"/>
                  </a:lnTo>
                  <a:lnTo>
                    <a:pt x="3531438" y="577392"/>
                  </a:lnTo>
                  <a:lnTo>
                    <a:pt x="3533305" y="575525"/>
                  </a:lnTo>
                  <a:lnTo>
                    <a:pt x="3533762" y="574408"/>
                  </a:lnTo>
                  <a:lnTo>
                    <a:pt x="3533762" y="571779"/>
                  </a:lnTo>
                  <a:close/>
                </a:path>
                <a:path w="4248150" h="1146809">
                  <a:moveTo>
                    <a:pt x="3533762" y="3454"/>
                  </a:moveTo>
                  <a:lnTo>
                    <a:pt x="3533305" y="2336"/>
                  </a:lnTo>
                  <a:lnTo>
                    <a:pt x="3531438" y="469"/>
                  </a:lnTo>
                  <a:lnTo>
                    <a:pt x="3530320" y="0"/>
                  </a:lnTo>
                  <a:lnTo>
                    <a:pt x="3527691" y="0"/>
                  </a:lnTo>
                  <a:lnTo>
                    <a:pt x="3526574" y="469"/>
                  </a:lnTo>
                  <a:lnTo>
                    <a:pt x="3524707" y="2336"/>
                  </a:lnTo>
                  <a:lnTo>
                    <a:pt x="3524237" y="3454"/>
                  </a:lnTo>
                  <a:lnTo>
                    <a:pt x="3524237" y="6083"/>
                  </a:lnTo>
                  <a:lnTo>
                    <a:pt x="3524707" y="7200"/>
                  </a:lnTo>
                  <a:lnTo>
                    <a:pt x="3526574" y="9067"/>
                  </a:lnTo>
                  <a:lnTo>
                    <a:pt x="3527691" y="9525"/>
                  </a:lnTo>
                  <a:lnTo>
                    <a:pt x="3530320" y="9525"/>
                  </a:lnTo>
                  <a:lnTo>
                    <a:pt x="3531438" y="9067"/>
                  </a:lnTo>
                  <a:lnTo>
                    <a:pt x="3533305" y="7200"/>
                  </a:lnTo>
                  <a:lnTo>
                    <a:pt x="3533762" y="6083"/>
                  </a:lnTo>
                  <a:lnTo>
                    <a:pt x="3533762" y="3454"/>
                  </a:lnTo>
                  <a:close/>
                </a:path>
                <a:path w="4248150" h="1146809">
                  <a:moveTo>
                    <a:pt x="3581387" y="1140104"/>
                  </a:moveTo>
                  <a:lnTo>
                    <a:pt x="3580930" y="1138986"/>
                  </a:lnTo>
                  <a:lnTo>
                    <a:pt x="3579063" y="1137119"/>
                  </a:lnTo>
                  <a:lnTo>
                    <a:pt x="3577945" y="1136662"/>
                  </a:lnTo>
                  <a:lnTo>
                    <a:pt x="3575316" y="1136662"/>
                  </a:lnTo>
                  <a:lnTo>
                    <a:pt x="3574199" y="1137119"/>
                  </a:lnTo>
                  <a:lnTo>
                    <a:pt x="3572332" y="1138986"/>
                  </a:lnTo>
                  <a:lnTo>
                    <a:pt x="3571862" y="1140104"/>
                  </a:lnTo>
                  <a:lnTo>
                    <a:pt x="3571862" y="1142733"/>
                  </a:lnTo>
                  <a:lnTo>
                    <a:pt x="3572332" y="1143850"/>
                  </a:lnTo>
                  <a:lnTo>
                    <a:pt x="3574199" y="1145717"/>
                  </a:lnTo>
                  <a:lnTo>
                    <a:pt x="3575316" y="1146187"/>
                  </a:lnTo>
                  <a:lnTo>
                    <a:pt x="3577945" y="1146187"/>
                  </a:lnTo>
                  <a:lnTo>
                    <a:pt x="3579063" y="1145717"/>
                  </a:lnTo>
                  <a:lnTo>
                    <a:pt x="3580930" y="1143850"/>
                  </a:lnTo>
                  <a:lnTo>
                    <a:pt x="3581387" y="1142733"/>
                  </a:lnTo>
                  <a:lnTo>
                    <a:pt x="3581387" y="1140104"/>
                  </a:lnTo>
                  <a:close/>
                </a:path>
                <a:path w="4248150" h="1146809">
                  <a:moveTo>
                    <a:pt x="3581387" y="571779"/>
                  </a:moveTo>
                  <a:lnTo>
                    <a:pt x="3580930" y="570661"/>
                  </a:lnTo>
                  <a:lnTo>
                    <a:pt x="3579063" y="568794"/>
                  </a:lnTo>
                  <a:lnTo>
                    <a:pt x="3577945" y="568325"/>
                  </a:lnTo>
                  <a:lnTo>
                    <a:pt x="3575316" y="568325"/>
                  </a:lnTo>
                  <a:lnTo>
                    <a:pt x="3574199" y="568794"/>
                  </a:lnTo>
                  <a:lnTo>
                    <a:pt x="3572332" y="570661"/>
                  </a:lnTo>
                  <a:lnTo>
                    <a:pt x="3571862" y="571779"/>
                  </a:lnTo>
                  <a:lnTo>
                    <a:pt x="3571862" y="574408"/>
                  </a:lnTo>
                  <a:lnTo>
                    <a:pt x="3572332" y="575525"/>
                  </a:lnTo>
                  <a:lnTo>
                    <a:pt x="3574199" y="577392"/>
                  </a:lnTo>
                  <a:lnTo>
                    <a:pt x="3575316" y="577850"/>
                  </a:lnTo>
                  <a:lnTo>
                    <a:pt x="3577945" y="577850"/>
                  </a:lnTo>
                  <a:lnTo>
                    <a:pt x="3579063" y="577392"/>
                  </a:lnTo>
                  <a:lnTo>
                    <a:pt x="3580930" y="575525"/>
                  </a:lnTo>
                  <a:lnTo>
                    <a:pt x="3581387" y="574408"/>
                  </a:lnTo>
                  <a:lnTo>
                    <a:pt x="3581387" y="571779"/>
                  </a:lnTo>
                  <a:close/>
                </a:path>
                <a:path w="4248150" h="1146809">
                  <a:moveTo>
                    <a:pt x="3581387" y="3454"/>
                  </a:moveTo>
                  <a:lnTo>
                    <a:pt x="3580930" y="2336"/>
                  </a:lnTo>
                  <a:lnTo>
                    <a:pt x="3579063" y="469"/>
                  </a:lnTo>
                  <a:lnTo>
                    <a:pt x="3577945" y="0"/>
                  </a:lnTo>
                  <a:lnTo>
                    <a:pt x="3575316" y="0"/>
                  </a:lnTo>
                  <a:lnTo>
                    <a:pt x="3574199" y="469"/>
                  </a:lnTo>
                  <a:lnTo>
                    <a:pt x="3572332" y="2336"/>
                  </a:lnTo>
                  <a:lnTo>
                    <a:pt x="3571862" y="3454"/>
                  </a:lnTo>
                  <a:lnTo>
                    <a:pt x="3571862" y="6083"/>
                  </a:lnTo>
                  <a:lnTo>
                    <a:pt x="3572332" y="7200"/>
                  </a:lnTo>
                  <a:lnTo>
                    <a:pt x="3574199" y="9067"/>
                  </a:lnTo>
                  <a:lnTo>
                    <a:pt x="3575316" y="9525"/>
                  </a:lnTo>
                  <a:lnTo>
                    <a:pt x="3577945" y="9525"/>
                  </a:lnTo>
                  <a:lnTo>
                    <a:pt x="3579063" y="9067"/>
                  </a:lnTo>
                  <a:lnTo>
                    <a:pt x="3580930" y="7200"/>
                  </a:lnTo>
                  <a:lnTo>
                    <a:pt x="3581387" y="6083"/>
                  </a:lnTo>
                  <a:lnTo>
                    <a:pt x="3581387" y="3454"/>
                  </a:lnTo>
                  <a:close/>
                </a:path>
                <a:path w="4248150" h="1146809">
                  <a:moveTo>
                    <a:pt x="3629012" y="1140104"/>
                  </a:moveTo>
                  <a:lnTo>
                    <a:pt x="3628555" y="1138986"/>
                  </a:lnTo>
                  <a:lnTo>
                    <a:pt x="3626688" y="1137119"/>
                  </a:lnTo>
                  <a:lnTo>
                    <a:pt x="3625570" y="1136662"/>
                  </a:lnTo>
                  <a:lnTo>
                    <a:pt x="3622941" y="1136662"/>
                  </a:lnTo>
                  <a:lnTo>
                    <a:pt x="3621824" y="1137119"/>
                  </a:lnTo>
                  <a:lnTo>
                    <a:pt x="3619957" y="1138986"/>
                  </a:lnTo>
                  <a:lnTo>
                    <a:pt x="3619487" y="1140104"/>
                  </a:lnTo>
                  <a:lnTo>
                    <a:pt x="3619487" y="1142733"/>
                  </a:lnTo>
                  <a:lnTo>
                    <a:pt x="3619957" y="1143850"/>
                  </a:lnTo>
                  <a:lnTo>
                    <a:pt x="3621824" y="1145717"/>
                  </a:lnTo>
                  <a:lnTo>
                    <a:pt x="3622941" y="1146187"/>
                  </a:lnTo>
                  <a:lnTo>
                    <a:pt x="3625570" y="1146187"/>
                  </a:lnTo>
                  <a:lnTo>
                    <a:pt x="3626688" y="1145717"/>
                  </a:lnTo>
                  <a:lnTo>
                    <a:pt x="3628555" y="1143850"/>
                  </a:lnTo>
                  <a:lnTo>
                    <a:pt x="3629012" y="1142733"/>
                  </a:lnTo>
                  <a:lnTo>
                    <a:pt x="3629012" y="1140104"/>
                  </a:lnTo>
                  <a:close/>
                </a:path>
                <a:path w="4248150" h="1146809">
                  <a:moveTo>
                    <a:pt x="3629012" y="571779"/>
                  </a:moveTo>
                  <a:lnTo>
                    <a:pt x="3628555" y="570661"/>
                  </a:lnTo>
                  <a:lnTo>
                    <a:pt x="3626688" y="568794"/>
                  </a:lnTo>
                  <a:lnTo>
                    <a:pt x="3625570" y="568325"/>
                  </a:lnTo>
                  <a:lnTo>
                    <a:pt x="3622941" y="568325"/>
                  </a:lnTo>
                  <a:lnTo>
                    <a:pt x="3621824" y="568794"/>
                  </a:lnTo>
                  <a:lnTo>
                    <a:pt x="3619957" y="570661"/>
                  </a:lnTo>
                  <a:lnTo>
                    <a:pt x="3619487" y="571779"/>
                  </a:lnTo>
                  <a:lnTo>
                    <a:pt x="3619487" y="574408"/>
                  </a:lnTo>
                  <a:lnTo>
                    <a:pt x="3619957" y="575525"/>
                  </a:lnTo>
                  <a:lnTo>
                    <a:pt x="3621824" y="577392"/>
                  </a:lnTo>
                  <a:lnTo>
                    <a:pt x="3622941" y="577850"/>
                  </a:lnTo>
                  <a:lnTo>
                    <a:pt x="3625570" y="577850"/>
                  </a:lnTo>
                  <a:lnTo>
                    <a:pt x="3626688" y="577392"/>
                  </a:lnTo>
                  <a:lnTo>
                    <a:pt x="3628555" y="575525"/>
                  </a:lnTo>
                  <a:lnTo>
                    <a:pt x="3629012" y="574408"/>
                  </a:lnTo>
                  <a:lnTo>
                    <a:pt x="3629012" y="571779"/>
                  </a:lnTo>
                  <a:close/>
                </a:path>
                <a:path w="4248150" h="1146809">
                  <a:moveTo>
                    <a:pt x="3629012" y="3454"/>
                  </a:moveTo>
                  <a:lnTo>
                    <a:pt x="3628555" y="2336"/>
                  </a:lnTo>
                  <a:lnTo>
                    <a:pt x="3626688" y="469"/>
                  </a:lnTo>
                  <a:lnTo>
                    <a:pt x="3625570" y="0"/>
                  </a:lnTo>
                  <a:lnTo>
                    <a:pt x="3622941" y="0"/>
                  </a:lnTo>
                  <a:lnTo>
                    <a:pt x="3621824" y="469"/>
                  </a:lnTo>
                  <a:lnTo>
                    <a:pt x="3619957" y="2336"/>
                  </a:lnTo>
                  <a:lnTo>
                    <a:pt x="3619487" y="3454"/>
                  </a:lnTo>
                  <a:lnTo>
                    <a:pt x="3619487" y="6083"/>
                  </a:lnTo>
                  <a:lnTo>
                    <a:pt x="3619957" y="7200"/>
                  </a:lnTo>
                  <a:lnTo>
                    <a:pt x="3621824" y="9067"/>
                  </a:lnTo>
                  <a:lnTo>
                    <a:pt x="3622941" y="9525"/>
                  </a:lnTo>
                  <a:lnTo>
                    <a:pt x="3625570" y="9525"/>
                  </a:lnTo>
                  <a:lnTo>
                    <a:pt x="3626688" y="9067"/>
                  </a:lnTo>
                  <a:lnTo>
                    <a:pt x="3628555" y="7200"/>
                  </a:lnTo>
                  <a:lnTo>
                    <a:pt x="3629012" y="6083"/>
                  </a:lnTo>
                  <a:lnTo>
                    <a:pt x="3629012" y="3454"/>
                  </a:lnTo>
                  <a:close/>
                </a:path>
                <a:path w="4248150" h="1146809">
                  <a:moveTo>
                    <a:pt x="3676637" y="1140104"/>
                  </a:moveTo>
                  <a:lnTo>
                    <a:pt x="3676180" y="1138986"/>
                  </a:lnTo>
                  <a:lnTo>
                    <a:pt x="3674313" y="1137119"/>
                  </a:lnTo>
                  <a:lnTo>
                    <a:pt x="3673195" y="1136662"/>
                  </a:lnTo>
                  <a:lnTo>
                    <a:pt x="3670566" y="1136662"/>
                  </a:lnTo>
                  <a:lnTo>
                    <a:pt x="3669449" y="1137119"/>
                  </a:lnTo>
                  <a:lnTo>
                    <a:pt x="3667582" y="1138986"/>
                  </a:lnTo>
                  <a:lnTo>
                    <a:pt x="3667112" y="1140104"/>
                  </a:lnTo>
                  <a:lnTo>
                    <a:pt x="3667112" y="1142733"/>
                  </a:lnTo>
                  <a:lnTo>
                    <a:pt x="3667582" y="1143850"/>
                  </a:lnTo>
                  <a:lnTo>
                    <a:pt x="3669449" y="1145717"/>
                  </a:lnTo>
                  <a:lnTo>
                    <a:pt x="3670566" y="1146187"/>
                  </a:lnTo>
                  <a:lnTo>
                    <a:pt x="3673195" y="1146187"/>
                  </a:lnTo>
                  <a:lnTo>
                    <a:pt x="3674313" y="1145717"/>
                  </a:lnTo>
                  <a:lnTo>
                    <a:pt x="3676180" y="1143850"/>
                  </a:lnTo>
                  <a:lnTo>
                    <a:pt x="3676637" y="1142733"/>
                  </a:lnTo>
                  <a:lnTo>
                    <a:pt x="3676637" y="1140104"/>
                  </a:lnTo>
                  <a:close/>
                </a:path>
                <a:path w="4248150" h="1146809">
                  <a:moveTo>
                    <a:pt x="3676637" y="571779"/>
                  </a:moveTo>
                  <a:lnTo>
                    <a:pt x="3676180" y="570661"/>
                  </a:lnTo>
                  <a:lnTo>
                    <a:pt x="3674313" y="568794"/>
                  </a:lnTo>
                  <a:lnTo>
                    <a:pt x="3673195" y="568325"/>
                  </a:lnTo>
                  <a:lnTo>
                    <a:pt x="3670566" y="568325"/>
                  </a:lnTo>
                  <a:lnTo>
                    <a:pt x="3669449" y="568794"/>
                  </a:lnTo>
                  <a:lnTo>
                    <a:pt x="3667582" y="570661"/>
                  </a:lnTo>
                  <a:lnTo>
                    <a:pt x="3667112" y="571779"/>
                  </a:lnTo>
                  <a:lnTo>
                    <a:pt x="3667112" y="574408"/>
                  </a:lnTo>
                  <a:lnTo>
                    <a:pt x="3667582" y="575525"/>
                  </a:lnTo>
                  <a:lnTo>
                    <a:pt x="3669449" y="577392"/>
                  </a:lnTo>
                  <a:lnTo>
                    <a:pt x="3670566" y="577850"/>
                  </a:lnTo>
                  <a:lnTo>
                    <a:pt x="3673195" y="577850"/>
                  </a:lnTo>
                  <a:lnTo>
                    <a:pt x="3674313" y="577392"/>
                  </a:lnTo>
                  <a:lnTo>
                    <a:pt x="3676180" y="575525"/>
                  </a:lnTo>
                  <a:lnTo>
                    <a:pt x="3676637" y="574408"/>
                  </a:lnTo>
                  <a:lnTo>
                    <a:pt x="3676637" y="571779"/>
                  </a:lnTo>
                  <a:close/>
                </a:path>
                <a:path w="4248150" h="1146809">
                  <a:moveTo>
                    <a:pt x="3676637" y="3454"/>
                  </a:moveTo>
                  <a:lnTo>
                    <a:pt x="3676180" y="2336"/>
                  </a:lnTo>
                  <a:lnTo>
                    <a:pt x="3674313" y="469"/>
                  </a:lnTo>
                  <a:lnTo>
                    <a:pt x="3673195" y="0"/>
                  </a:lnTo>
                  <a:lnTo>
                    <a:pt x="3670566" y="0"/>
                  </a:lnTo>
                  <a:lnTo>
                    <a:pt x="3669449" y="469"/>
                  </a:lnTo>
                  <a:lnTo>
                    <a:pt x="3667582" y="2336"/>
                  </a:lnTo>
                  <a:lnTo>
                    <a:pt x="3667112" y="3454"/>
                  </a:lnTo>
                  <a:lnTo>
                    <a:pt x="3667112" y="6083"/>
                  </a:lnTo>
                  <a:lnTo>
                    <a:pt x="3667582" y="7200"/>
                  </a:lnTo>
                  <a:lnTo>
                    <a:pt x="3669449" y="9067"/>
                  </a:lnTo>
                  <a:lnTo>
                    <a:pt x="3670566" y="9525"/>
                  </a:lnTo>
                  <a:lnTo>
                    <a:pt x="3673195" y="9525"/>
                  </a:lnTo>
                  <a:lnTo>
                    <a:pt x="3674313" y="9067"/>
                  </a:lnTo>
                  <a:lnTo>
                    <a:pt x="3676180" y="7200"/>
                  </a:lnTo>
                  <a:lnTo>
                    <a:pt x="3676637" y="6083"/>
                  </a:lnTo>
                  <a:lnTo>
                    <a:pt x="3676637" y="3454"/>
                  </a:lnTo>
                  <a:close/>
                </a:path>
                <a:path w="4248150" h="1146809">
                  <a:moveTo>
                    <a:pt x="3724262" y="1140104"/>
                  </a:moveTo>
                  <a:lnTo>
                    <a:pt x="3723805" y="1138986"/>
                  </a:lnTo>
                  <a:lnTo>
                    <a:pt x="3721938" y="1137119"/>
                  </a:lnTo>
                  <a:lnTo>
                    <a:pt x="3720820" y="1136662"/>
                  </a:lnTo>
                  <a:lnTo>
                    <a:pt x="3718191" y="1136662"/>
                  </a:lnTo>
                  <a:lnTo>
                    <a:pt x="3717074" y="1137119"/>
                  </a:lnTo>
                  <a:lnTo>
                    <a:pt x="3715207" y="1138986"/>
                  </a:lnTo>
                  <a:lnTo>
                    <a:pt x="3714737" y="1140104"/>
                  </a:lnTo>
                  <a:lnTo>
                    <a:pt x="3714737" y="1142733"/>
                  </a:lnTo>
                  <a:lnTo>
                    <a:pt x="3715207" y="1143850"/>
                  </a:lnTo>
                  <a:lnTo>
                    <a:pt x="3717074" y="1145717"/>
                  </a:lnTo>
                  <a:lnTo>
                    <a:pt x="3718191" y="1146187"/>
                  </a:lnTo>
                  <a:lnTo>
                    <a:pt x="3720820" y="1146187"/>
                  </a:lnTo>
                  <a:lnTo>
                    <a:pt x="3721938" y="1145717"/>
                  </a:lnTo>
                  <a:lnTo>
                    <a:pt x="3723805" y="1143850"/>
                  </a:lnTo>
                  <a:lnTo>
                    <a:pt x="3724262" y="1142733"/>
                  </a:lnTo>
                  <a:lnTo>
                    <a:pt x="3724262" y="1140104"/>
                  </a:lnTo>
                  <a:close/>
                </a:path>
                <a:path w="4248150" h="1146809">
                  <a:moveTo>
                    <a:pt x="3724262" y="571779"/>
                  </a:moveTo>
                  <a:lnTo>
                    <a:pt x="3723805" y="570661"/>
                  </a:lnTo>
                  <a:lnTo>
                    <a:pt x="3721938" y="568794"/>
                  </a:lnTo>
                  <a:lnTo>
                    <a:pt x="3720820" y="568325"/>
                  </a:lnTo>
                  <a:lnTo>
                    <a:pt x="3718191" y="568325"/>
                  </a:lnTo>
                  <a:lnTo>
                    <a:pt x="3717074" y="568794"/>
                  </a:lnTo>
                  <a:lnTo>
                    <a:pt x="3715207" y="570661"/>
                  </a:lnTo>
                  <a:lnTo>
                    <a:pt x="3714737" y="571779"/>
                  </a:lnTo>
                  <a:lnTo>
                    <a:pt x="3714737" y="574408"/>
                  </a:lnTo>
                  <a:lnTo>
                    <a:pt x="3715207" y="575525"/>
                  </a:lnTo>
                  <a:lnTo>
                    <a:pt x="3717074" y="577392"/>
                  </a:lnTo>
                  <a:lnTo>
                    <a:pt x="3718191" y="577850"/>
                  </a:lnTo>
                  <a:lnTo>
                    <a:pt x="3720820" y="577850"/>
                  </a:lnTo>
                  <a:lnTo>
                    <a:pt x="3721938" y="577392"/>
                  </a:lnTo>
                  <a:lnTo>
                    <a:pt x="3723805" y="575525"/>
                  </a:lnTo>
                  <a:lnTo>
                    <a:pt x="3724262" y="574408"/>
                  </a:lnTo>
                  <a:lnTo>
                    <a:pt x="3724262" y="571779"/>
                  </a:lnTo>
                  <a:close/>
                </a:path>
                <a:path w="4248150" h="1146809">
                  <a:moveTo>
                    <a:pt x="3724262" y="3454"/>
                  </a:moveTo>
                  <a:lnTo>
                    <a:pt x="3723805" y="2336"/>
                  </a:lnTo>
                  <a:lnTo>
                    <a:pt x="3721938" y="469"/>
                  </a:lnTo>
                  <a:lnTo>
                    <a:pt x="3720820" y="0"/>
                  </a:lnTo>
                  <a:lnTo>
                    <a:pt x="3718191" y="0"/>
                  </a:lnTo>
                  <a:lnTo>
                    <a:pt x="3717074" y="469"/>
                  </a:lnTo>
                  <a:lnTo>
                    <a:pt x="3715207" y="2336"/>
                  </a:lnTo>
                  <a:lnTo>
                    <a:pt x="3714737" y="3454"/>
                  </a:lnTo>
                  <a:lnTo>
                    <a:pt x="3714737" y="6083"/>
                  </a:lnTo>
                  <a:lnTo>
                    <a:pt x="3715207" y="7200"/>
                  </a:lnTo>
                  <a:lnTo>
                    <a:pt x="3717074" y="9067"/>
                  </a:lnTo>
                  <a:lnTo>
                    <a:pt x="3718191" y="9525"/>
                  </a:lnTo>
                  <a:lnTo>
                    <a:pt x="3720820" y="9525"/>
                  </a:lnTo>
                  <a:lnTo>
                    <a:pt x="3721938" y="9067"/>
                  </a:lnTo>
                  <a:lnTo>
                    <a:pt x="3723805" y="7200"/>
                  </a:lnTo>
                  <a:lnTo>
                    <a:pt x="3724262" y="6083"/>
                  </a:lnTo>
                  <a:lnTo>
                    <a:pt x="3724262" y="3454"/>
                  </a:lnTo>
                  <a:close/>
                </a:path>
                <a:path w="4248150" h="1146809">
                  <a:moveTo>
                    <a:pt x="3771887" y="1140104"/>
                  </a:moveTo>
                  <a:lnTo>
                    <a:pt x="3771430" y="1138986"/>
                  </a:lnTo>
                  <a:lnTo>
                    <a:pt x="3769563" y="1137119"/>
                  </a:lnTo>
                  <a:lnTo>
                    <a:pt x="3768445" y="1136662"/>
                  </a:lnTo>
                  <a:lnTo>
                    <a:pt x="3765816" y="1136662"/>
                  </a:lnTo>
                  <a:lnTo>
                    <a:pt x="3764699" y="1137119"/>
                  </a:lnTo>
                  <a:lnTo>
                    <a:pt x="3762832" y="1138986"/>
                  </a:lnTo>
                  <a:lnTo>
                    <a:pt x="3762362" y="1140104"/>
                  </a:lnTo>
                  <a:lnTo>
                    <a:pt x="3762362" y="1142733"/>
                  </a:lnTo>
                  <a:lnTo>
                    <a:pt x="3762832" y="1143850"/>
                  </a:lnTo>
                  <a:lnTo>
                    <a:pt x="3764699" y="1145717"/>
                  </a:lnTo>
                  <a:lnTo>
                    <a:pt x="3765816" y="1146187"/>
                  </a:lnTo>
                  <a:lnTo>
                    <a:pt x="3768445" y="1146187"/>
                  </a:lnTo>
                  <a:lnTo>
                    <a:pt x="3769563" y="1145717"/>
                  </a:lnTo>
                  <a:lnTo>
                    <a:pt x="3771430" y="1143850"/>
                  </a:lnTo>
                  <a:lnTo>
                    <a:pt x="3771887" y="1142733"/>
                  </a:lnTo>
                  <a:lnTo>
                    <a:pt x="3771887" y="1140104"/>
                  </a:lnTo>
                  <a:close/>
                </a:path>
                <a:path w="4248150" h="1146809">
                  <a:moveTo>
                    <a:pt x="3771887" y="571779"/>
                  </a:moveTo>
                  <a:lnTo>
                    <a:pt x="3771430" y="570661"/>
                  </a:lnTo>
                  <a:lnTo>
                    <a:pt x="3769563" y="568794"/>
                  </a:lnTo>
                  <a:lnTo>
                    <a:pt x="3768445" y="568325"/>
                  </a:lnTo>
                  <a:lnTo>
                    <a:pt x="3765816" y="568325"/>
                  </a:lnTo>
                  <a:lnTo>
                    <a:pt x="3764699" y="568794"/>
                  </a:lnTo>
                  <a:lnTo>
                    <a:pt x="3762832" y="570661"/>
                  </a:lnTo>
                  <a:lnTo>
                    <a:pt x="3762362" y="571779"/>
                  </a:lnTo>
                  <a:lnTo>
                    <a:pt x="3762362" y="574408"/>
                  </a:lnTo>
                  <a:lnTo>
                    <a:pt x="3762832" y="575525"/>
                  </a:lnTo>
                  <a:lnTo>
                    <a:pt x="3764699" y="577392"/>
                  </a:lnTo>
                  <a:lnTo>
                    <a:pt x="3765816" y="577850"/>
                  </a:lnTo>
                  <a:lnTo>
                    <a:pt x="3768445" y="577850"/>
                  </a:lnTo>
                  <a:lnTo>
                    <a:pt x="3769563" y="577392"/>
                  </a:lnTo>
                  <a:lnTo>
                    <a:pt x="3771430" y="575525"/>
                  </a:lnTo>
                  <a:lnTo>
                    <a:pt x="3771887" y="574408"/>
                  </a:lnTo>
                  <a:lnTo>
                    <a:pt x="3771887" y="571779"/>
                  </a:lnTo>
                  <a:close/>
                </a:path>
                <a:path w="4248150" h="1146809">
                  <a:moveTo>
                    <a:pt x="3771887" y="3454"/>
                  </a:moveTo>
                  <a:lnTo>
                    <a:pt x="3771430" y="2336"/>
                  </a:lnTo>
                  <a:lnTo>
                    <a:pt x="3769563" y="469"/>
                  </a:lnTo>
                  <a:lnTo>
                    <a:pt x="3768445" y="0"/>
                  </a:lnTo>
                  <a:lnTo>
                    <a:pt x="3765816" y="0"/>
                  </a:lnTo>
                  <a:lnTo>
                    <a:pt x="3764699" y="469"/>
                  </a:lnTo>
                  <a:lnTo>
                    <a:pt x="3762832" y="2336"/>
                  </a:lnTo>
                  <a:lnTo>
                    <a:pt x="3762362" y="3454"/>
                  </a:lnTo>
                  <a:lnTo>
                    <a:pt x="3762362" y="6083"/>
                  </a:lnTo>
                  <a:lnTo>
                    <a:pt x="3762832" y="7200"/>
                  </a:lnTo>
                  <a:lnTo>
                    <a:pt x="3764699" y="9067"/>
                  </a:lnTo>
                  <a:lnTo>
                    <a:pt x="3765816" y="9525"/>
                  </a:lnTo>
                  <a:lnTo>
                    <a:pt x="3768445" y="9525"/>
                  </a:lnTo>
                  <a:lnTo>
                    <a:pt x="3769563" y="9067"/>
                  </a:lnTo>
                  <a:lnTo>
                    <a:pt x="3771430" y="7200"/>
                  </a:lnTo>
                  <a:lnTo>
                    <a:pt x="3771887" y="6083"/>
                  </a:lnTo>
                  <a:lnTo>
                    <a:pt x="3771887" y="3454"/>
                  </a:lnTo>
                  <a:close/>
                </a:path>
                <a:path w="4248150" h="1146809">
                  <a:moveTo>
                    <a:pt x="3819512" y="1140104"/>
                  </a:moveTo>
                  <a:lnTo>
                    <a:pt x="3819055" y="1138986"/>
                  </a:lnTo>
                  <a:lnTo>
                    <a:pt x="3817188" y="1137119"/>
                  </a:lnTo>
                  <a:lnTo>
                    <a:pt x="3816070" y="1136662"/>
                  </a:lnTo>
                  <a:lnTo>
                    <a:pt x="3813441" y="1136662"/>
                  </a:lnTo>
                  <a:lnTo>
                    <a:pt x="3812324" y="1137119"/>
                  </a:lnTo>
                  <a:lnTo>
                    <a:pt x="3810457" y="1138986"/>
                  </a:lnTo>
                  <a:lnTo>
                    <a:pt x="3809987" y="1140104"/>
                  </a:lnTo>
                  <a:lnTo>
                    <a:pt x="3809987" y="1142733"/>
                  </a:lnTo>
                  <a:lnTo>
                    <a:pt x="3810457" y="1143850"/>
                  </a:lnTo>
                  <a:lnTo>
                    <a:pt x="3812324" y="1145717"/>
                  </a:lnTo>
                  <a:lnTo>
                    <a:pt x="3813441" y="1146187"/>
                  </a:lnTo>
                  <a:lnTo>
                    <a:pt x="3816070" y="1146187"/>
                  </a:lnTo>
                  <a:lnTo>
                    <a:pt x="3817188" y="1145717"/>
                  </a:lnTo>
                  <a:lnTo>
                    <a:pt x="3819055" y="1143850"/>
                  </a:lnTo>
                  <a:lnTo>
                    <a:pt x="3819512" y="1142733"/>
                  </a:lnTo>
                  <a:lnTo>
                    <a:pt x="3819512" y="1140104"/>
                  </a:lnTo>
                  <a:close/>
                </a:path>
                <a:path w="4248150" h="1146809">
                  <a:moveTo>
                    <a:pt x="3819512" y="571779"/>
                  </a:moveTo>
                  <a:lnTo>
                    <a:pt x="3819055" y="570661"/>
                  </a:lnTo>
                  <a:lnTo>
                    <a:pt x="3817188" y="568794"/>
                  </a:lnTo>
                  <a:lnTo>
                    <a:pt x="3816070" y="568325"/>
                  </a:lnTo>
                  <a:lnTo>
                    <a:pt x="3813441" y="568325"/>
                  </a:lnTo>
                  <a:lnTo>
                    <a:pt x="3812324" y="568794"/>
                  </a:lnTo>
                  <a:lnTo>
                    <a:pt x="3810457" y="570661"/>
                  </a:lnTo>
                  <a:lnTo>
                    <a:pt x="3809987" y="571779"/>
                  </a:lnTo>
                  <a:lnTo>
                    <a:pt x="3809987" y="574408"/>
                  </a:lnTo>
                  <a:lnTo>
                    <a:pt x="3810457" y="575525"/>
                  </a:lnTo>
                  <a:lnTo>
                    <a:pt x="3812324" y="577392"/>
                  </a:lnTo>
                  <a:lnTo>
                    <a:pt x="3813441" y="577850"/>
                  </a:lnTo>
                  <a:lnTo>
                    <a:pt x="3816070" y="577850"/>
                  </a:lnTo>
                  <a:lnTo>
                    <a:pt x="3817188" y="577392"/>
                  </a:lnTo>
                  <a:lnTo>
                    <a:pt x="3819055" y="575525"/>
                  </a:lnTo>
                  <a:lnTo>
                    <a:pt x="3819512" y="574408"/>
                  </a:lnTo>
                  <a:lnTo>
                    <a:pt x="3819512" y="571779"/>
                  </a:lnTo>
                  <a:close/>
                </a:path>
                <a:path w="4248150" h="1146809">
                  <a:moveTo>
                    <a:pt x="3819512" y="3454"/>
                  </a:moveTo>
                  <a:lnTo>
                    <a:pt x="3819055" y="2336"/>
                  </a:lnTo>
                  <a:lnTo>
                    <a:pt x="3817188" y="469"/>
                  </a:lnTo>
                  <a:lnTo>
                    <a:pt x="3816070" y="0"/>
                  </a:lnTo>
                  <a:lnTo>
                    <a:pt x="3813441" y="0"/>
                  </a:lnTo>
                  <a:lnTo>
                    <a:pt x="3812324" y="469"/>
                  </a:lnTo>
                  <a:lnTo>
                    <a:pt x="3810457" y="2336"/>
                  </a:lnTo>
                  <a:lnTo>
                    <a:pt x="3809987" y="3454"/>
                  </a:lnTo>
                  <a:lnTo>
                    <a:pt x="3809987" y="6083"/>
                  </a:lnTo>
                  <a:lnTo>
                    <a:pt x="3810457" y="7200"/>
                  </a:lnTo>
                  <a:lnTo>
                    <a:pt x="3812324" y="9067"/>
                  </a:lnTo>
                  <a:lnTo>
                    <a:pt x="3813441" y="9525"/>
                  </a:lnTo>
                  <a:lnTo>
                    <a:pt x="3816070" y="9525"/>
                  </a:lnTo>
                  <a:lnTo>
                    <a:pt x="3817188" y="9067"/>
                  </a:lnTo>
                  <a:lnTo>
                    <a:pt x="3819055" y="7200"/>
                  </a:lnTo>
                  <a:lnTo>
                    <a:pt x="3819512" y="6083"/>
                  </a:lnTo>
                  <a:lnTo>
                    <a:pt x="3819512" y="3454"/>
                  </a:lnTo>
                  <a:close/>
                </a:path>
                <a:path w="4248150" h="1146809">
                  <a:moveTo>
                    <a:pt x="3867137" y="1140104"/>
                  </a:moveTo>
                  <a:lnTo>
                    <a:pt x="3866680" y="1138986"/>
                  </a:lnTo>
                  <a:lnTo>
                    <a:pt x="3864813" y="1137119"/>
                  </a:lnTo>
                  <a:lnTo>
                    <a:pt x="3863695" y="1136662"/>
                  </a:lnTo>
                  <a:lnTo>
                    <a:pt x="3861066" y="1136662"/>
                  </a:lnTo>
                  <a:lnTo>
                    <a:pt x="3859949" y="1137119"/>
                  </a:lnTo>
                  <a:lnTo>
                    <a:pt x="3858082" y="1138986"/>
                  </a:lnTo>
                  <a:lnTo>
                    <a:pt x="3857612" y="1140104"/>
                  </a:lnTo>
                  <a:lnTo>
                    <a:pt x="3857612" y="1142733"/>
                  </a:lnTo>
                  <a:lnTo>
                    <a:pt x="3858082" y="1143850"/>
                  </a:lnTo>
                  <a:lnTo>
                    <a:pt x="3859949" y="1145717"/>
                  </a:lnTo>
                  <a:lnTo>
                    <a:pt x="3861066" y="1146187"/>
                  </a:lnTo>
                  <a:lnTo>
                    <a:pt x="3863695" y="1146187"/>
                  </a:lnTo>
                  <a:lnTo>
                    <a:pt x="3864813" y="1145717"/>
                  </a:lnTo>
                  <a:lnTo>
                    <a:pt x="3866680" y="1143850"/>
                  </a:lnTo>
                  <a:lnTo>
                    <a:pt x="3867137" y="1142733"/>
                  </a:lnTo>
                  <a:lnTo>
                    <a:pt x="3867137" y="1140104"/>
                  </a:lnTo>
                  <a:close/>
                </a:path>
                <a:path w="4248150" h="1146809">
                  <a:moveTo>
                    <a:pt x="3867137" y="571779"/>
                  </a:moveTo>
                  <a:lnTo>
                    <a:pt x="3866680" y="570661"/>
                  </a:lnTo>
                  <a:lnTo>
                    <a:pt x="3864813" y="568794"/>
                  </a:lnTo>
                  <a:lnTo>
                    <a:pt x="3863695" y="568325"/>
                  </a:lnTo>
                  <a:lnTo>
                    <a:pt x="3861066" y="568325"/>
                  </a:lnTo>
                  <a:lnTo>
                    <a:pt x="3859949" y="568794"/>
                  </a:lnTo>
                  <a:lnTo>
                    <a:pt x="3858082" y="570661"/>
                  </a:lnTo>
                  <a:lnTo>
                    <a:pt x="3857612" y="571779"/>
                  </a:lnTo>
                  <a:lnTo>
                    <a:pt x="3857612" y="574408"/>
                  </a:lnTo>
                  <a:lnTo>
                    <a:pt x="3858082" y="575525"/>
                  </a:lnTo>
                  <a:lnTo>
                    <a:pt x="3859949" y="577392"/>
                  </a:lnTo>
                  <a:lnTo>
                    <a:pt x="3861066" y="577850"/>
                  </a:lnTo>
                  <a:lnTo>
                    <a:pt x="3863695" y="577850"/>
                  </a:lnTo>
                  <a:lnTo>
                    <a:pt x="3864813" y="577392"/>
                  </a:lnTo>
                  <a:lnTo>
                    <a:pt x="3866680" y="575525"/>
                  </a:lnTo>
                  <a:lnTo>
                    <a:pt x="3867137" y="574408"/>
                  </a:lnTo>
                  <a:lnTo>
                    <a:pt x="3867137" y="571779"/>
                  </a:lnTo>
                  <a:close/>
                </a:path>
                <a:path w="4248150" h="1146809">
                  <a:moveTo>
                    <a:pt x="3867137" y="3454"/>
                  </a:moveTo>
                  <a:lnTo>
                    <a:pt x="3866680" y="2336"/>
                  </a:lnTo>
                  <a:lnTo>
                    <a:pt x="3864813" y="469"/>
                  </a:lnTo>
                  <a:lnTo>
                    <a:pt x="3863695" y="0"/>
                  </a:lnTo>
                  <a:lnTo>
                    <a:pt x="3861066" y="0"/>
                  </a:lnTo>
                  <a:lnTo>
                    <a:pt x="3859949" y="469"/>
                  </a:lnTo>
                  <a:lnTo>
                    <a:pt x="3858082" y="2336"/>
                  </a:lnTo>
                  <a:lnTo>
                    <a:pt x="3857612" y="3454"/>
                  </a:lnTo>
                  <a:lnTo>
                    <a:pt x="3857612" y="6083"/>
                  </a:lnTo>
                  <a:lnTo>
                    <a:pt x="3858082" y="7200"/>
                  </a:lnTo>
                  <a:lnTo>
                    <a:pt x="3859949" y="9067"/>
                  </a:lnTo>
                  <a:lnTo>
                    <a:pt x="3861066" y="9525"/>
                  </a:lnTo>
                  <a:lnTo>
                    <a:pt x="3863695" y="9525"/>
                  </a:lnTo>
                  <a:lnTo>
                    <a:pt x="3864813" y="9067"/>
                  </a:lnTo>
                  <a:lnTo>
                    <a:pt x="3866680" y="7200"/>
                  </a:lnTo>
                  <a:lnTo>
                    <a:pt x="3867137" y="6083"/>
                  </a:lnTo>
                  <a:lnTo>
                    <a:pt x="3867137" y="3454"/>
                  </a:lnTo>
                  <a:close/>
                </a:path>
                <a:path w="4248150" h="1146809">
                  <a:moveTo>
                    <a:pt x="3914762" y="1140104"/>
                  </a:moveTo>
                  <a:lnTo>
                    <a:pt x="3914305" y="1138986"/>
                  </a:lnTo>
                  <a:lnTo>
                    <a:pt x="3912438" y="1137119"/>
                  </a:lnTo>
                  <a:lnTo>
                    <a:pt x="3911320" y="1136662"/>
                  </a:lnTo>
                  <a:lnTo>
                    <a:pt x="3908691" y="1136662"/>
                  </a:lnTo>
                  <a:lnTo>
                    <a:pt x="3907574" y="1137119"/>
                  </a:lnTo>
                  <a:lnTo>
                    <a:pt x="3905707" y="1138986"/>
                  </a:lnTo>
                  <a:lnTo>
                    <a:pt x="3905237" y="1140104"/>
                  </a:lnTo>
                  <a:lnTo>
                    <a:pt x="3905237" y="1142733"/>
                  </a:lnTo>
                  <a:lnTo>
                    <a:pt x="3905707" y="1143850"/>
                  </a:lnTo>
                  <a:lnTo>
                    <a:pt x="3907574" y="1145717"/>
                  </a:lnTo>
                  <a:lnTo>
                    <a:pt x="3908691" y="1146187"/>
                  </a:lnTo>
                  <a:lnTo>
                    <a:pt x="3911320" y="1146187"/>
                  </a:lnTo>
                  <a:lnTo>
                    <a:pt x="3912438" y="1145717"/>
                  </a:lnTo>
                  <a:lnTo>
                    <a:pt x="3914305" y="1143850"/>
                  </a:lnTo>
                  <a:lnTo>
                    <a:pt x="3914762" y="1142733"/>
                  </a:lnTo>
                  <a:lnTo>
                    <a:pt x="3914762" y="1140104"/>
                  </a:lnTo>
                  <a:close/>
                </a:path>
                <a:path w="4248150" h="1146809">
                  <a:moveTo>
                    <a:pt x="3914762" y="571779"/>
                  </a:moveTo>
                  <a:lnTo>
                    <a:pt x="3914305" y="570661"/>
                  </a:lnTo>
                  <a:lnTo>
                    <a:pt x="3912438" y="568794"/>
                  </a:lnTo>
                  <a:lnTo>
                    <a:pt x="3911320" y="568325"/>
                  </a:lnTo>
                  <a:lnTo>
                    <a:pt x="3908691" y="568325"/>
                  </a:lnTo>
                  <a:lnTo>
                    <a:pt x="3907574" y="568794"/>
                  </a:lnTo>
                  <a:lnTo>
                    <a:pt x="3905707" y="570661"/>
                  </a:lnTo>
                  <a:lnTo>
                    <a:pt x="3905237" y="571779"/>
                  </a:lnTo>
                  <a:lnTo>
                    <a:pt x="3905237" y="574408"/>
                  </a:lnTo>
                  <a:lnTo>
                    <a:pt x="3905707" y="575525"/>
                  </a:lnTo>
                  <a:lnTo>
                    <a:pt x="3907574" y="577392"/>
                  </a:lnTo>
                  <a:lnTo>
                    <a:pt x="3908691" y="577850"/>
                  </a:lnTo>
                  <a:lnTo>
                    <a:pt x="3911320" y="577850"/>
                  </a:lnTo>
                  <a:lnTo>
                    <a:pt x="3912438" y="577392"/>
                  </a:lnTo>
                  <a:lnTo>
                    <a:pt x="3914305" y="575525"/>
                  </a:lnTo>
                  <a:lnTo>
                    <a:pt x="3914762" y="574408"/>
                  </a:lnTo>
                  <a:lnTo>
                    <a:pt x="3914762" y="571779"/>
                  </a:lnTo>
                  <a:close/>
                </a:path>
                <a:path w="4248150" h="1146809">
                  <a:moveTo>
                    <a:pt x="3914762" y="3454"/>
                  </a:moveTo>
                  <a:lnTo>
                    <a:pt x="3914305" y="2336"/>
                  </a:lnTo>
                  <a:lnTo>
                    <a:pt x="3912438" y="469"/>
                  </a:lnTo>
                  <a:lnTo>
                    <a:pt x="3911320" y="0"/>
                  </a:lnTo>
                  <a:lnTo>
                    <a:pt x="3908691" y="0"/>
                  </a:lnTo>
                  <a:lnTo>
                    <a:pt x="3907574" y="469"/>
                  </a:lnTo>
                  <a:lnTo>
                    <a:pt x="3905707" y="2336"/>
                  </a:lnTo>
                  <a:lnTo>
                    <a:pt x="3905237" y="3454"/>
                  </a:lnTo>
                  <a:lnTo>
                    <a:pt x="3905237" y="6083"/>
                  </a:lnTo>
                  <a:lnTo>
                    <a:pt x="3905707" y="7200"/>
                  </a:lnTo>
                  <a:lnTo>
                    <a:pt x="3907574" y="9067"/>
                  </a:lnTo>
                  <a:lnTo>
                    <a:pt x="3908691" y="9525"/>
                  </a:lnTo>
                  <a:lnTo>
                    <a:pt x="3911320" y="9525"/>
                  </a:lnTo>
                  <a:lnTo>
                    <a:pt x="3912438" y="9067"/>
                  </a:lnTo>
                  <a:lnTo>
                    <a:pt x="3914305" y="7200"/>
                  </a:lnTo>
                  <a:lnTo>
                    <a:pt x="3914762" y="6083"/>
                  </a:lnTo>
                  <a:lnTo>
                    <a:pt x="3914762" y="3454"/>
                  </a:lnTo>
                  <a:close/>
                </a:path>
                <a:path w="4248150" h="1146809">
                  <a:moveTo>
                    <a:pt x="3962387" y="1140104"/>
                  </a:moveTo>
                  <a:lnTo>
                    <a:pt x="3961930" y="1138986"/>
                  </a:lnTo>
                  <a:lnTo>
                    <a:pt x="3960063" y="1137119"/>
                  </a:lnTo>
                  <a:lnTo>
                    <a:pt x="3958945" y="1136662"/>
                  </a:lnTo>
                  <a:lnTo>
                    <a:pt x="3956316" y="1136662"/>
                  </a:lnTo>
                  <a:lnTo>
                    <a:pt x="3955199" y="1137119"/>
                  </a:lnTo>
                  <a:lnTo>
                    <a:pt x="3953332" y="1138986"/>
                  </a:lnTo>
                  <a:lnTo>
                    <a:pt x="3952862" y="1140104"/>
                  </a:lnTo>
                  <a:lnTo>
                    <a:pt x="3952862" y="1142733"/>
                  </a:lnTo>
                  <a:lnTo>
                    <a:pt x="3953332" y="1143850"/>
                  </a:lnTo>
                  <a:lnTo>
                    <a:pt x="3955199" y="1145717"/>
                  </a:lnTo>
                  <a:lnTo>
                    <a:pt x="3956316" y="1146187"/>
                  </a:lnTo>
                  <a:lnTo>
                    <a:pt x="3958945" y="1146187"/>
                  </a:lnTo>
                  <a:lnTo>
                    <a:pt x="3960063" y="1145717"/>
                  </a:lnTo>
                  <a:lnTo>
                    <a:pt x="3961930" y="1143850"/>
                  </a:lnTo>
                  <a:lnTo>
                    <a:pt x="3962387" y="1142733"/>
                  </a:lnTo>
                  <a:lnTo>
                    <a:pt x="3962387" y="1140104"/>
                  </a:lnTo>
                  <a:close/>
                </a:path>
                <a:path w="4248150" h="1146809">
                  <a:moveTo>
                    <a:pt x="3962387" y="571779"/>
                  </a:moveTo>
                  <a:lnTo>
                    <a:pt x="3961930" y="570661"/>
                  </a:lnTo>
                  <a:lnTo>
                    <a:pt x="3960063" y="568794"/>
                  </a:lnTo>
                  <a:lnTo>
                    <a:pt x="3958945" y="568325"/>
                  </a:lnTo>
                  <a:lnTo>
                    <a:pt x="3956316" y="568325"/>
                  </a:lnTo>
                  <a:lnTo>
                    <a:pt x="3955199" y="568794"/>
                  </a:lnTo>
                  <a:lnTo>
                    <a:pt x="3953332" y="570661"/>
                  </a:lnTo>
                  <a:lnTo>
                    <a:pt x="3952862" y="571779"/>
                  </a:lnTo>
                  <a:lnTo>
                    <a:pt x="3952862" y="574408"/>
                  </a:lnTo>
                  <a:lnTo>
                    <a:pt x="3953332" y="575525"/>
                  </a:lnTo>
                  <a:lnTo>
                    <a:pt x="3955199" y="577392"/>
                  </a:lnTo>
                  <a:lnTo>
                    <a:pt x="3956316" y="577850"/>
                  </a:lnTo>
                  <a:lnTo>
                    <a:pt x="3958945" y="577850"/>
                  </a:lnTo>
                  <a:lnTo>
                    <a:pt x="3960063" y="577392"/>
                  </a:lnTo>
                  <a:lnTo>
                    <a:pt x="3961930" y="575525"/>
                  </a:lnTo>
                  <a:lnTo>
                    <a:pt x="3962387" y="574408"/>
                  </a:lnTo>
                  <a:lnTo>
                    <a:pt x="3962387" y="571779"/>
                  </a:lnTo>
                  <a:close/>
                </a:path>
                <a:path w="4248150" h="1146809">
                  <a:moveTo>
                    <a:pt x="3962387" y="3454"/>
                  </a:moveTo>
                  <a:lnTo>
                    <a:pt x="3961930" y="2336"/>
                  </a:lnTo>
                  <a:lnTo>
                    <a:pt x="3960063" y="469"/>
                  </a:lnTo>
                  <a:lnTo>
                    <a:pt x="3958945" y="0"/>
                  </a:lnTo>
                  <a:lnTo>
                    <a:pt x="3956316" y="0"/>
                  </a:lnTo>
                  <a:lnTo>
                    <a:pt x="3955199" y="469"/>
                  </a:lnTo>
                  <a:lnTo>
                    <a:pt x="3953332" y="2336"/>
                  </a:lnTo>
                  <a:lnTo>
                    <a:pt x="3952862" y="3454"/>
                  </a:lnTo>
                  <a:lnTo>
                    <a:pt x="3952862" y="6083"/>
                  </a:lnTo>
                  <a:lnTo>
                    <a:pt x="3953332" y="7200"/>
                  </a:lnTo>
                  <a:lnTo>
                    <a:pt x="3955199" y="9067"/>
                  </a:lnTo>
                  <a:lnTo>
                    <a:pt x="3956316" y="9525"/>
                  </a:lnTo>
                  <a:lnTo>
                    <a:pt x="3958945" y="9525"/>
                  </a:lnTo>
                  <a:lnTo>
                    <a:pt x="3960063" y="9067"/>
                  </a:lnTo>
                  <a:lnTo>
                    <a:pt x="3961930" y="7200"/>
                  </a:lnTo>
                  <a:lnTo>
                    <a:pt x="3962387" y="6083"/>
                  </a:lnTo>
                  <a:lnTo>
                    <a:pt x="3962387" y="3454"/>
                  </a:lnTo>
                  <a:close/>
                </a:path>
                <a:path w="4248150" h="1146809">
                  <a:moveTo>
                    <a:pt x="4010012" y="1140104"/>
                  </a:moveTo>
                  <a:lnTo>
                    <a:pt x="4009555" y="1138986"/>
                  </a:lnTo>
                  <a:lnTo>
                    <a:pt x="4007688" y="1137119"/>
                  </a:lnTo>
                  <a:lnTo>
                    <a:pt x="4006570" y="1136662"/>
                  </a:lnTo>
                  <a:lnTo>
                    <a:pt x="4003941" y="1136662"/>
                  </a:lnTo>
                  <a:lnTo>
                    <a:pt x="4002824" y="1137119"/>
                  </a:lnTo>
                  <a:lnTo>
                    <a:pt x="4000957" y="1138986"/>
                  </a:lnTo>
                  <a:lnTo>
                    <a:pt x="4000487" y="1140104"/>
                  </a:lnTo>
                  <a:lnTo>
                    <a:pt x="4000487" y="1142733"/>
                  </a:lnTo>
                  <a:lnTo>
                    <a:pt x="4000957" y="1143850"/>
                  </a:lnTo>
                  <a:lnTo>
                    <a:pt x="4002824" y="1145717"/>
                  </a:lnTo>
                  <a:lnTo>
                    <a:pt x="4003941" y="1146187"/>
                  </a:lnTo>
                  <a:lnTo>
                    <a:pt x="4006570" y="1146187"/>
                  </a:lnTo>
                  <a:lnTo>
                    <a:pt x="4007688" y="1145717"/>
                  </a:lnTo>
                  <a:lnTo>
                    <a:pt x="4009555" y="1143850"/>
                  </a:lnTo>
                  <a:lnTo>
                    <a:pt x="4010012" y="1142733"/>
                  </a:lnTo>
                  <a:lnTo>
                    <a:pt x="4010012" y="1140104"/>
                  </a:lnTo>
                  <a:close/>
                </a:path>
                <a:path w="4248150" h="1146809">
                  <a:moveTo>
                    <a:pt x="4010012" y="571779"/>
                  </a:moveTo>
                  <a:lnTo>
                    <a:pt x="4009555" y="570661"/>
                  </a:lnTo>
                  <a:lnTo>
                    <a:pt x="4007688" y="568794"/>
                  </a:lnTo>
                  <a:lnTo>
                    <a:pt x="4006570" y="568325"/>
                  </a:lnTo>
                  <a:lnTo>
                    <a:pt x="4003941" y="568325"/>
                  </a:lnTo>
                  <a:lnTo>
                    <a:pt x="4002824" y="568794"/>
                  </a:lnTo>
                  <a:lnTo>
                    <a:pt x="4000957" y="570661"/>
                  </a:lnTo>
                  <a:lnTo>
                    <a:pt x="4000487" y="571779"/>
                  </a:lnTo>
                  <a:lnTo>
                    <a:pt x="4000487" y="574408"/>
                  </a:lnTo>
                  <a:lnTo>
                    <a:pt x="4000957" y="575525"/>
                  </a:lnTo>
                  <a:lnTo>
                    <a:pt x="4002824" y="577392"/>
                  </a:lnTo>
                  <a:lnTo>
                    <a:pt x="4003941" y="577850"/>
                  </a:lnTo>
                  <a:lnTo>
                    <a:pt x="4006570" y="577850"/>
                  </a:lnTo>
                  <a:lnTo>
                    <a:pt x="4007688" y="577392"/>
                  </a:lnTo>
                  <a:lnTo>
                    <a:pt x="4009555" y="575525"/>
                  </a:lnTo>
                  <a:lnTo>
                    <a:pt x="4010012" y="574408"/>
                  </a:lnTo>
                  <a:lnTo>
                    <a:pt x="4010012" y="571779"/>
                  </a:lnTo>
                  <a:close/>
                </a:path>
                <a:path w="4248150" h="1146809">
                  <a:moveTo>
                    <a:pt x="4010012" y="3454"/>
                  </a:moveTo>
                  <a:lnTo>
                    <a:pt x="4009555" y="2336"/>
                  </a:lnTo>
                  <a:lnTo>
                    <a:pt x="4007688" y="469"/>
                  </a:lnTo>
                  <a:lnTo>
                    <a:pt x="4006570" y="0"/>
                  </a:lnTo>
                  <a:lnTo>
                    <a:pt x="4003941" y="0"/>
                  </a:lnTo>
                  <a:lnTo>
                    <a:pt x="4002824" y="469"/>
                  </a:lnTo>
                  <a:lnTo>
                    <a:pt x="4000957" y="2336"/>
                  </a:lnTo>
                  <a:lnTo>
                    <a:pt x="4000487" y="3454"/>
                  </a:lnTo>
                  <a:lnTo>
                    <a:pt x="4000487" y="6083"/>
                  </a:lnTo>
                  <a:lnTo>
                    <a:pt x="4000957" y="7200"/>
                  </a:lnTo>
                  <a:lnTo>
                    <a:pt x="4002824" y="9067"/>
                  </a:lnTo>
                  <a:lnTo>
                    <a:pt x="4003941" y="9525"/>
                  </a:lnTo>
                  <a:lnTo>
                    <a:pt x="4006570" y="9525"/>
                  </a:lnTo>
                  <a:lnTo>
                    <a:pt x="4007688" y="9067"/>
                  </a:lnTo>
                  <a:lnTo>
                    <a:pt x="4009555" y="7200"/>
                  </a:lnTo>
                  <a:lnTo>
                    <a:pt x="4010012" y="6083"/>
                  </a:lnTo>
                  <a:lnTo>
                    <a:pt x="4010012" y="3454"/>
                  </a:lnTo>
                  <a:close/>
                </a:path>
                <a:path w="4248150" h="1146809">
                  <a:moveTo>
                    <a:pt x="4057637" y="1140104"/>
                  </a:moveTo>
                  <a:lnTo>
                    <a:pt x="4057180" y="1138986"/>
                  </a:lnTo>
                  <a:lnTo>
                    <a:pt x="4055313" y="1137119"/>
                  </a:lnTo>
                  <a:lnTo>
                    <a:pt x="4054195" y="1136662"/>
                  </a:lnTo>
                  <a:lnTo>
                    <a:pt x="4051566" y="1136662"/>
                  </a:lnTo>
                  <a:lnTo>
                    <a:pt x="4050449" y="1137119"/>
                  </a:lnTo>
                  <a:lnTo>
                    <a:pt x="4048582" y="1138986"/>
                  </a:lnTo>
                  <a:lnTo>
                    <a:pt x="4048112" y="1140104"/>
                  </a:lnTo>
                  <a:lnTo>
                    <a:pt x="4048112" y="1142733"/>
                  </a:lnTo>
                  <a:lnTo>
                    <a:pt x="4048582" y="1143850"/>
                  </a:lnTo>
                  <a:lnTo>
                    <a:pt x="4050449" y="1145717"/>
                  </a:lnTo>
                  <a:lnTo>
                    <a:pt x="4051566" y="1146187"/>
                  </a:lnTo>
                  <a:lnTo>
                    <a:pt x="4054195" y="1146187"/>
                  </a:lnTo>
                  <a:lnTo>
                    <a:pt x="4055313" y="1145717"/>
                  </a:lnTo>
                  <a:lnTo>
                    <a:pt x="4057180" y="1143850"/>
                  </a:lnTo>
                  <a:lnTo>
                    <a:pt x="4057637" y="1142733"/>
                  </a:lnTo>
                  <a:lnTo>
                    <a:pt x="4057637" y="1140104"/>
                  </a:lnTo>
                  <a:close/>
                </a:path>
                <a:path w="4248150" h="1146809">
                  <a:moveTo>
                    <a:pt x="4057637" y="571779"/>
                  </a:moveTo>
                  <a:lnTo>
                    <a:pt x="4057180" y="570661"/>
                  </a:lnTo>
                  <a:lnTo>
                    <a:pt x="4055313" y="568794"/>
                  </a:lnTo>
                  <a:lnTo>
                    <a:pt x="4054195" y="568325"/>
                  </a:lnTo>
                  <a:lnTo>
                    <a:pt x="4051566" y="568325"/>
                  </a:lnTo>
                  <a:lnTo>
                    <a:pt x="4050449" y="568794"/>
                  </a:lnTo>
                  <a:lnTo>
                    <a:pt x="4048582" y="570661"/>
                  </a:lnTo>
                  <a:lnTo>
                    <a:pt x="4048112" y="571779"/>
                  </a:lnTo>
                  <a:lnTo>
                    <a:pt x="4048112" y="574408"/>
                  </a:lnTo>
                  <a:lnTo>
                    <a:pt x="4048582" y="575525"/>
                  </a:lnTo>
                  <a:lnTo>
                    <a:pt x="4050449" y="577392"/>
                  </a:lnTo>
                  <a:lnTo>
                    <a:pt x="4051566" y="577850"/>
                  </a:lnTo>
                  <a:lnTo>
                    <a:pt x="4054195" y="577850"/>
                  </a:lnTo>
                  <a:lnTo>
                    <a:pt x="4055313" y="577392"/>
                  </a:lnTo>
                  <a:lnTo>
                    <a:pt x="4057180" y="575525"/>
                  </a:lnTo>
                  <a:lnTo>
                    <a:pt x="4057637" y="574408"/>
                  </a:lnTo>
                  <a:lnTo>
                    <a:pt x="4057637" y="571779"/>
                  </a:lnTo>
                  <a:close/>
                </a:path>
                <a:path w="4248150" h="1146809">
                  <a:moveTo>
                    <a:pt x="4057637" y="3454"/>
                  </a:moveTo>
                  <a:lnTo>
                    <a:pt x="4057180" y="2336"/>
                  </a:lnTo>
                  <a:lnTo>
                    <a:pt x="4055313" y="469"/>
                  </a:lnTo>
                  <a:lnTo>
                    <a:pt x="4054195" y="0"/>
                  </a:lnTo>
                  <a:lnTo>
                    <a:pt x="4051566" y="0"/>
                  </a:lnTo>
                  <a:lnTo>
                    <a:pt x="4050449" y="469"/>
                  </a:lnTo>
                  <a:lnTo>
                    <a:pt x="4048582" y="2336"/>
                  </a:lnTo>
                  <a:lnTo>
                    <a:pt x="4048112" y="3454"/>
                  </a:lnTo>
                  <a:lnTo>
                    <a:pt x="4048112" y="6083"/>
                  </a:lnTo>
                  <a:lnTo>
                    <a:pt x="4048582" y="7200"/>
                  </a:lnTo>
                  <a:lnTo>
                    <a:pt x="4050449" y="9067"/>
                  </a:lnTo>
                  <a:lnTo>
                    <a:pt x="4051566" y="9525"/>
                  </a:lnTo>
                  <a:lnTo>
                    <a:pt x="4054195" y="9525"/>
                  </a:lnTo>
                  <a:lnTo>
                    <a:pt x="4055313" y="9067"/>
                  </a:lnTo>
                  <a:lnTo>
                    <a:pt x="4057180" y="7200"/>
                  </a:lnTo>
                  <a:lnTo>
                    <a:pt x="4057637" y="6083"/>
                  </a:lnTo>
                  <a:lnTo>
                    <a:pt x="4057637" y="3454"/>
                  </a:lnTo>
                  <a:close/>
                </a:path>
                <a:path w="4248150" h="1146809">
                  <a:moveTo>
                    <a:pt x="4105262" y="1140104"/>
                  </a:moveTo>
                  <a:lnTo>
                    <a:pt x="4104805" y="1138986"/>
                  </a:lnTo>
                  <a:lnTo>
                    <a:pt x="4102938" y="1137119"/>
                  </a:lnTo>
                  <a:lnTo>
                    <a:pt x="4101820" y="1136662"/>
                  </a:lnTo>
                  <a:lnTo>
                    <a:pt x="4099191" y="1136662"/>
                  </a:lnTo>
                  <a:lnTo>
                    <a:pt x="4098074" y="1137119"/>
                  </a:lnTo>
                  <a:lnTo>
                    <a:pt x="4096207" y="1138986"/>
                  </a:lnTo>
                  <a:lnTo>
                    <a:pt x="4095737" y="1140104"/>
                  </a:lnTo>
                  <a:lnTo>
                    <a:pt x="4095737" y="1142733"/>
                  </a:lnTo>
                  <a:lnTo>
                    <a:pt x="4096207" y="1143850"/>
                  </a:lnTo>
                  <a:lnTo>
                    <a:pt x="4098074" y="1145717"/>
                  </a:lnTo>
                  <a:lnTo>
                    <a:pt x="4099191" y="1146187"/>
                  </a:lnTo>
                  <a:lnTo>
                    <a:pt x="4101820" y="1146187"/>
                  </a:lnTo>
                  <a:lnTo>
                    <a:pt x="4102938" y="1145717"/>
                  </a:lnTo>
                  <a:lnTo>
                    <a:pt x="4104805" y="1143850"/>
                  </a:lnTo>
                  <a:lnTo>
                    <a:pt x="4105262" y="1142733"/>
                  </a:lnTo>
                  <a:lnTo>
                    <a:pt x="4105262" y="1140104"/>
                  </a:lnTo>
                  <a:close/>
                </a:path>
                <a:path w="4248150" h="1146809">
                  <a:moveTo>
                    <a:pt x="4105262" y="571779"/>
                  </a:moveTo>
                  <a:lnTo>
                    <a:pt x="4104805" y="570661"/>
                  </a:lnTo>
                  <a:lnTo>
                    <a:pt x="4102938" y="568794"/>
                  </a:lnTo>
                  <a:lnTo>
                    <a:pt x="4101820" y="568325"/>
                  </a:lnTo>
                  <a:lnTo>
                    <a:pt x="4099191" y="568325"/>
                  </a:lnTo>
                  <a:lnTo>
                    <a:pt x="4098074" y="568794"/>
                  </a:lnTo>
                  <a:lnTo>
                    <a:pt x="4096207" y="570661"/>
                  </a:lnTo>
                  <a:lnTo>
                    <a:pt x="4095737" y="571779"/>
                  </a:lnTo>
                  <a:lnTo>
                    <a:pt x="4095737" y="574408"/>
                  </a:lnTo>
                  <a:lnTo>
                    <a:pt x="4096207" y="575525"/>
                  </a:lnTo>
                  <a:lnTo>
                    <a:pt x="4098074" y="577392"/>
                  </a:lnTo>
                  <a:lnTo>
                    <a:pt x="4099191" y="577850"/>
                  </a:lnTo>
                  <a:lnTo>
                    <a:pt x="4101820" y="577850"/>
                  </a:lnTo>
                  <a:lnTo>
                    <a:pt x="4102938" y="577392"/>
                  </a:lnTo>
                  <a:lnTo>
                    <a:pt x="4104805" y="575525"/>
                  </a:lnTo>
                  <a:lnTo>
                    <a:pt x="4105262" y="574408"/>
                  </a:lnTo>
                  <a:lnTo>
                    <a:pt x="4105262" y="571779"/>
                  </a:lnTo>
                  <a:close/>
                </a:path>
                <a:path w="4248150" h="1146809">
                  <a:moveTo>
                    <a:pt x="4105262" y="3454"/>
                  </a:moveTo>
                  <a:lnTo>
                    <a:pt x="4104805" y="2336"/>
                  </a:lnTo>
                  <a:lnTo>
                    <a:pt x="4102938" y="469"/>
                  </a:lnTo>
                  <a:lnTo>
                    <a:pt x="4101820" y="0"/>
                  </a:lnTo>
                  <a:lnTo>
                    <a:pt x="4099191" y="0"/>
                  </a:lnTo>
                  <a:lnTo>
                    <a:pt x="4098074" y="469"/>
                  </a:lnTo>
                  <a:lnTo>
                    <a:pt x="4096207" y="2336"/>
                  </a:lnTo>
                  <a:lnTo>
                    <a:pt x="4095737" y="3454"/>
                  </a:lnTo>
                  <a:lnTo>
                    <a:pt x="4095737" y="6083"/>
                  </a:lnTo>
                  <a:lnTo>
                    <a:pt x="4096207" y="7200"/>
                  </a:lnTo>
                  <a:lnTo>
                    <a:pt x="4098074" y="9067"/>
                  </a:lnTo>
                  <a:lnTo>
                    <a:pt x="4099191" y="9525"/>
                  </a:lnTo>
                  <a:lnTo>
                    <a:pt x="4101820" y="9525"/>
                  </a:lnTo>
                  <a:lnTo>
                    <a:pt x="4102938" y="9067"/>
                  </a:lnTo>
                  <a:lnTo>
                    <a:pt x="4104805" y="7200"/>
                  </a:lnTo>
                  <a:lnTo>
                    <a:pt x="4105262" y="6083"/>
                  </a:lnTo>
                  <a:lnTo>
                    <a:pt x="4105262" y="3454"/>
                  </a:lnTo>
                  <a:close/>
                </a:path>
                <a:path w="4248150" h="1146809">
                  <a:moveTo>
                    <a:pt x="4152887" y="1140104"/>
                  </a:moveTo>
                  <a:lnTo>
                    <a:pt x="4152430" y="1138986"/>
                  </a:lnTo>
                  <a:lnTo>
                    <a:pt x="4150563" y="1137119"/>
                  </a:lnTo>
                  <a:lnTo>
                    <a:pt x="4149445" y="1136662"/>
                  </a:lnTo>
                  <a:lnTo>
                    <a:pt x="4146816" y="1136662"/>
                  </a:lnTo>
                  <a:lnTo>
                    <a:pt x="4145699" y="1137119"/>
                  </a:lnTo>
                  <a:lnTo>
                    <a:pt x="4143832" y="1138986"/>
                  </a:lnTo>
                  <a:lnTo>
                    <a:pt x="4143362" y="1140104"/>
                  </a:lnTo>
                  <a:lnTo>
                    <a:pt x="4143362" y="1142733"/>
                  </a:lnTo>
                  <a:lnTo>
                    <a:pt x="4143832" y="1143850"/>
                  </a:lnTo>
                  <a:lnTo>
                    <a:pt x="4145699" y="1145717"/>
                  </a:lnTo>
                  <a:lnTo>
                    <a:pt x="4146816" y="1146187"/>
                  </a:lnTo>
                  <a:lnTo>
                    <a:pt x="4149445" y="1146187"/>
                  </a:lnTo>
                  <a:lnTo>
                    <a:pt x="4150563" y="1145717"/>
                  </a:lnTo>
                  <a:lnTo>
                    <a:pt x="4152430" y="1143850"/>
                  </a:lnTo>
                  <a:lnTo>
                    <a:pt x="4152887" y="1142733"/>
                  </a:lnTo>
                  <a:lnTo>
                    <a:pt x="4152887" y="1140104"/>
                  </a:lnTo>
                  <a:close/>
                </a:path>
                <a:path w="4248150" h="1146809">
                  <a:moveTo>
                    <a:pt x="4152887" y="571779"/>
                  </a:moveTo>
                  <a:lnTo>
                    <a:pt x="4152430" y="570661"/>
                  </a:lnTo>
                  <a:lnTo>
                    <a:pt x="4150563" y="568794"/>
                  </a:lnTo>
                  <a:lnTo>
                    <a:pt x="4149445" y="568325"/>
                  </a:lnTo>
                  <a:lnTo>
                    <a:pt x="4146816" y="568325"/>
                  </a:lnTo>
                  <a:lnTo>
                    <a:pt x="4145699" y="568794"/>
                  </a:lnTo>
                  <a:lnTo>
                    <a:pt x="4143832" y="570661"/>
                  </a:lnTo>
                  <a:lnTo>
                    <a:pt x="4143362" y="571779"/>
                  </a:lnTo>
                  <a:lnTo>
                    <a:pt x="4143362" y="574408"/>
                  </a:lnTo>
                  <a:lnTo>
                    <a:pt x="4143832" y="575525"/>
                  </a:lnTo>
                  <a:lnTo>
                    <a:pt x="4145699" y="577392"/>
                  </a:lnTo>
                  <a:lnTo>
                    <a:pt x="4146816" y="577850"/>
                  </a:lnTo>
                  <a:lnTo>
                    <a:pt x="4149445" y="577850"/>
                  </a:lnTo>
                  <a:lnTo>
                    <a:pt x="4150563" y="577392"/>
                  </a:lnTo>
                  <a:lnTo>
                    <a:pt x="4152430" y="575525"/>
                  </a:lnTo>
                  <a:lnTo>
                    <a:pt x="4152887" y="574408"/>
                  </a:lnTo>
                  <a:lnTo>
                    <a:pt x="4152887" y="571779"/>
                  </a:lnTo>
                  <a:close/>
                </a:path>
                <a:path w="4248150" h="1146809">
                  <a:moveTo>
                    <a:pt x="4152887" y="3454"/>
                  </a:moveTo>
                  <a:lnTo>
                    <a:pt x="4152430" y="2336"/>
                  </a:lnTo>
                  <a:lnTo>
                    <a:pt x="4150563" y="469"/>
                  </a:lnTo>
                  <a:lnTo>
                    <a:pt x="4149445" y="0"/>
                  </a:lnTo>
                  <a:lnTo>
                    <a:pt x="4146816" y="0"/>
                  </a:lnTo>
                  <a:lnTo>
                    <a:pt x="4145699" y="469"/>
                  </a:lnTo>
                  <a:lnTo>
                    <a:pt x="4143832" y="2336"/>
                  </a:lnTo>
                  <a:lnTo>
                    <a:pt x="4143362" y="3454"/>
                  </a:lnTo>
                  <a:lnTo>
                    <a:pt x="4143362" y="6083"/>
                  </a:lnTo>
                  <a:lnTo>
                    <a:pt x="4143832" y="7200"/>
                  </a:lnTo>
                  <a:lnTo>
                    <a:pt x="4145699" y="9067"/>
                  </a:lnTo>
                  <a:lnTo>
                    <a:pt x="4146816" y="9525"/>
                  </a:lnTo>
                  <a:lnTo>
                    <a:pt x="4149445" y="9525"/>
                  </a:lnTo>
                  <a:lnTo>
                    <a:pt x="4150563" y="9067"/>
                  </a:lnTo>
                  <a:lnTo>
                    <a:pt x="4152430" y="7200"/>
                  </a:lnTo>
                  <a:lnTo>
                    <a:pt x="4152887" y="6083"/>
                  </a:lnTo>
                  <a:lnTo>
                    <a:pt x="4152887" y="3454"/>
                  </a:lnTo>
                  <a:close/>
                </a:path>
                <a:path w="4248150" h="1146809">
                  <a:moveTo>
                    <a:pt x="4200512" y="1140104"/>
                  </a:moveTo>
                  <a:lnTo>
                    <a:pt x="4200055" y="1138986"/>
                  </a:lnTo>
                  <a:lnTo>
                    <a:pt x="4198188" y="1137119"/>
                  </a:lnTo>
                  <a:lnTo>
                    <a:pt x="4197070" y="1136662"/>
                  </a:lnTo>
                  <a:lnTo>
                    <a:pt x="4194441" y="1136662"/>
                  </a:lnTo>
                  <a:lnTo>
                    <a:pt x="4193324" y="1137119"/>
                  </a:lnTo>
                  <a:lnTo>
                    <a:pt x="4191457" y="1138986"/>
                  </a:lnTo>
                  <a:lnTo>
                    <a:pt x="4190987" y="1140104"/>
                  </a:lnTo>
                  <a:lnTo>
                    <a:pt x="4190987" y="1142733"/>
                  </a:lnTo>
                  <a:lnTo>
                    <a:pt x="4191457" y="1143850"/>
                  </a:lnTo>
                  <a:lnTo>
                    <a:pt x="4193324" y="1145717"/>
                  </a:lnTo>
                  <a:lnTo>
                    <a:pt x="4194441" y="1146187"/>
                  </a:lnTo>
                  <a:lnTo>
                    <a:pt x="4197070" y="1146187"/>
                  </a:lnTo>
                  <a:lnTo>
                    <a:pt x="4198188" y="1145717"/>
                  </a:lnTo>
                  <a:lnTo>
                    <a:pt x="4200055" y="1143850"/>
                  </a:lnTo>
                  <a:lnTo>
                    <a:pt x="4200512" y="1142733"/>
                  </a:lnTo>
                  <a:lnTo>
                    <a:pt x="4200512" y="1140104"/>
                  </a:lnTo>
                  <a:close/>
                </a:path>
                <a:path w="4248150" h="1146809">
                  <a:moveTo>
                    <a:pt x="4200512" y="571779"/>
                  </a:moveTo>
                  <a:lnTo>
                    <a:pt x="4200055" y="570661"/>
                  </a:lnTo>
                  <a:lnTo>
                    <a:pt x="4198188" y="568794"/>
                  </a:lnTo>
                  <a:lnTo>
                    <a:pt x="4197070" y="568325"/>
                  </a:lnTo>
                  <a:lnTo>
                    <a:pt x="4194441" y="568325"/>
                  </a:lnTo>
                  <a:lnTo>
                    <a:pt x="4193324" y="568794"/>
                  </a:lnTo>
                  <a:lnTo>
                    <a:pt x="4191457" y="570661"/>
                  </a:lnTo>
                  <a:lnTo>
                    <a:pt x="4190987" y="571779"/>
                  </a:lnTo>
                  <a:lnTo>
                    <a:pt x="4190987" y="574408"/>
                  </a:lnTo>
                  <a:lnTo>
                    <a:pt x="4191457" y="575525"/>
                  </a:lnTo>
                  <a:lnTo>
                    <a:pt x="4193324" y="577392"/>
                  </a:lnTo>
                  <a:lnTo>
                    <a:pt x="4194441" y="577850"/>
                  </a:lnTo>
                  <a:lnTo>
                    <a:pt x="4197070" y="577850"/>
                  </a:lnTo>
                  <a:lnTo>
                    <a:pt x="4198188" y="577392"/>
                  </a:lnTo>
                  <a:lnTo>
                    <a:pt x="4200055" y="575525"/>
                  </a:lnTo>
                  <a:lnTo>
                    <a:pt x="4200512" y="574408"/>
                  </a:lnTo>
                  <a:lnTo>
                    <a:pt x="4200512" y="571779"/>
                  </a:lnTo>
                  <a:close/>
                </a:path>
                <a:path w="4248150" h="1146809">
                  <a:moveTo>
                    <a:pt x="4200512" y="3454"/>
                  </a:moveTo>
                  <a:lnTo>
                    <a:pt x="4200055" y="2336"/>
                  </a:lnTo>
                  <a:lnTo>
                    <a:pt x="4198188" y="469"/>
                  </a:lnTo>
                  <a:lnTo>
                    <a:pt x="4197070" y="0"/>
                  </a:lnTo>
                  <a:lnTo>
                    <a:pt x="4194441" y="0"/>
                  </a:lnTo>
                  <a:lnTo>
                    <a:pt x="4193324" y="469"/>
                  </a:lnTo>
                  <a:lnTo>
                    <a:pt x="4191457" y="2336"/>
                  </a:lnTo>
                  <a:lnTo>
                    <a:pt x="4190987" y="3454"/>
                  </a:lnTo>
                  <a:lnTo>
                    <a:pt x="4190987" y="6083"/>
                  </a:lnTo>
                  <a:lnTo>
                    <a:pt x="4191457" y="7200"/>
                  </a:lnTo>
                  <a:lnTo>
                    <a:pt x="4193324" y="9067"/>
                  </a:lnTo>
                  <a:lnTo>
                    <a:pt x="4194441" y="9525"/>
                  </a:lnTo>
                  <a:lnTo>
                    <a:pt x="4197070" y="9525"/>
                  </a:lnTo>
                  <a:lnTo>
                    <a:pt x="4198188" y="9067"/>
                  </a:lnTo>
                  <a:lnTo>
                    <a:pt x="4200055" y="7200"/>
                  </a:lnTo>
                  <a:lnTo>
                    <a:pt x="4200512" y="6083"/>
                  </a:lnTo>
                  <a:lnTo>
                    <a:pt x="4200512" y="3454"/>
                  </a:lnTo>
                  <a:close/>
                </a:path>
                <a:path w="4248150" h="1146809">
                  <a:moveTo>
                    <a:pt x="4248137" y="1140104"/>
                  </a:moveTo>
                  <a:lnTo>
                    <a:pt x="4247680" y="1138986"/>
                  </a:lnTo>
                  <a:lnTo>
                    <a:pt x="4245813" y="1137119"/>
                  </a:lnTo>
                  <a:lnTo>
                    <a:pt x="4244695" y="1136662"/>
                  </a:lnTo>
                  <a:lnTo>
                    <a:pt x="4242066" y="1136662"/>
                  </a:lnTo>
                  <a:lnTo>
                    <a:pt x="4240949" y="1137119"/>
                  </a:lnTo>
                  <a:lnTo>
                    <a:pt x="4239082" y="1138986"/>
                  </a:lnTo>
                  <a:lnTo>
                    <a:pt x="4238612" y="1140104"/>
                  </a:lnTo>
                  <a:lnTo>
                    <a:pt x="4238612" y="1142733"/>
                  </a:lnTo>
                  <a:lnTo>
                    <a:pt x="4239082" y="1143850"/>
                  </a:lnTo>
                  <a:lnTo>
                    <a:pt x="4240949" y="1145717"/>
                  </a:lnTo>
                  <a:lnTo>
                    <a:pt x="4242066" y="1146187"/>
                  </a:lnTo>
                  <a:lnTo>
                    <a:pt x="4244695" y="1146187"/>
                  </a:lnTo>
                  <a:lnTo>
                    <a:pt x="4245813" y="1145717"/>
                  </a:lnTo>
                  <a:lnTo>
                    <a:pt x="4247680" y="1143850"/>
                  </a:lnTo>
                  <a:lnTo>
                    <a:pt x="4248137" y="1142733"/>
                  </a:lnTo>
                  <a:lnTo>
                    <a:pt x="4248137" y="1140104"/>
                  </a:lnTo>
                  <a:close/>
                </a:path>
                <a:path w="4248150" h="1146809">
                  <a:moveTo>
                    <a:pt x="4248137" y="571779"/>
                  </a:moveTo>
                  <a:lnTo>
                    <a:pt x="4247680" y="570661"/>
                  </a:lnTo>
                  <a:lnTo>
                    <a:pt x="4245813" y="568794"/>
                  </a:lnTo>
                  <a:lnTo>
                    <a:pt x="4244695" y="568325"/>
                  </a:lnTo>
                  <a:lnTo>
                    <a:pt x="4242066" y="568325"/>
                  </a:lnTo>
                  <a:lnTo>
                    <a:pt x="4240949" y="568794"/>
                  </a:lnTo>
                  <a:lnTo>
                    <a:pt x="4239082" y="570661"/>
                  </a:lnTo>
                  <a:lnTo>
                    <a:pt x="4238612" y="571779"/>
                  </a:lnTo>
                  <a:lnTo>
                    <a:pt x="4238612" y="574408"/>
                  </a:lnTo>
                  <a:lnTo>
                    <a:pt x="4239082" y="575525"/>
                  </a:lnTo>
                  <a:lnTo>
                    <a:pt x="4240949" y="577392"/>
                  </a:lnTo>
                  <a:lnTo>
                    <a:pt x="4242066" y="577850"/>
                  </a:lnTo>
                  <a:lnTo>
                    <a:pt x="4244695" y="577850"/>
                  </a:lnTo>
                  <a:lnTo>
                    <a:pt x="4245813" y="577392"/>
                  </a:lnTo>
                  <a:lnTo>
                    <a:pt x="4247680" y="575525"/>
                  </a:lnTo>
                  <a:lnTo>
                    <a:pt x="4248137" y="574408"/>
                  </a:lnTo>
                  <a:lnTo>
                    <a:pt x="4248137" y="571779"/>
                  </a:lnTo>
                  <a:close/>
                </a:path>
                <a:path w="4248150" h="1146809">
                  <a:moveTo>
                    <a:pt x="4248137" y="3454"/>
                  </a:moveTo>
                  <a:lnTo>
                    <a:pt x="4247680" y="2336"/>
                  </a:lnTo>
                  <a:lnTo>
                    <a:pt x="4245813" y="469"/>
                  </a:lnTo>
                  <a:lnTo>
                    <a:pt x="4244695" y="0"/>
                  </a:lnTo>
                  <a:lnTo>
                    <a:pt x="4242066" y="0"/>
                  </a:lnTo>
                  <a:lnTo>
                    <a:pt x="4240949" y="469"/>
                  </a:lnTo>
                  <a:lnTo>
                    <a:pt x="4239082" y="2336"/>
                  </a:lnTo>
                  <a:lnTo>
                    <a:pt x="4238612" y="3454"/>
                  </a:lnTo>
                  <a:lnTo>
                    <a:pt x="4238612" y="6083"/>
                  </a:lnTo>
                  <a:lnTo>
                    <a:pt x="4239082" y="7200"/>
                  </a:lnTo>
                  <a:lnTo>
                    <a:pt x="4240949" y="9067"/>
                  </a:lnTo>
                  <a:lnTo>
                    <a:pt x="4242066" y="9525"/>
                  </a:lnTo>
                  <a:lnTo>
                    <a:pt x="4244695" y="9525"/>
                  </a:lnTo>
                  <a:lnTo>
                    <a:pt x="4245813" y="9067"/>
                  </a:lnTo>
                  <a:lnTo>
                    <a:pt x="4247680" y="7200"/>
                  </a:lnTo>
                  <a:lnTo>
                    <a:pt x="4248137" y="6083"/>
                  </a:lnTo>
                  <a:lnTo>
                    <a:pt x="4248137" y="3454"/>
                  </a:lnTo>
                  <a:close/>
                </a:path>
              </a:pathLst>
            </a:custGeom>
            <a:solidFill>
              <a:srgbClr val="EFECF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5087458" y="5324818"/>
            <a:ext cx="102592" cy="3817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0784">
              <a:lnSpc>
                <a:spcPts val="773"/>
              </a:lnSpc>
            </a:pPr>
            <a:r>
              <a:rPr sz="764" spc="-42" dirty="0">
                <a:latin typeface="Trebuchet MS"/>
                <a:cs typeface="Trebuchet MS"/>
              </a:rPr>
              <a:t>Mean</a:t>
            </a:r>
            <a:r>
              <a:rPr sz="764" spc="-25" dirty="0">
                <a:latin typeface="Trebuchet MS"/>
                <a:cs typeface="Trebuchet MS"/>
              </a:rPr>
              <a:t> </a:t>
            </a:r>
            <a:r>
              <a:rPr sz="764" spc="-21" dirty="0">
                <a:latin typeface="Trebuchet MS"/>
                <a:cs typeface="Trebuchet MS"/>
              </a:rPr>
              <a:t>CPI</a:t>
            </a:r>
            <a:endParaRPr sz="764">
              <a:latin typeface="Trebuchet MS"/>
              <a:cs typeface="Trebuchet MS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637597" y="5937483"/>
            <a:ext cx="205417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b="1" spc="-21" dirty="0">
                <a:latin typeface="Georgia"/>
                <a:cs typeface="Georgia"/>
              </a:rPr>
              <a:t>100</a:t>
            </a:r>
            <a:endParaRPr sz="764">
              <a:latin typeface="Georgia"/>
              <a:cs typeface="Georgia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637597" y="5454943"/>
            <a:ext cx="184928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b="1" spc="-21" dirty="0">
                <a:latin typeface="Georgia"/>
                <a:cs typeface="Georgia"/>
              </a:rPr>
              <a:t>110</a:t>
            </a:r>
            <a:endParaRPr sz="764">
              <a:latin typeface="Georgia"/>
              <a:cs typeface="Georgia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637597" y="4972403"/>
            <a:ext cx="198407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b="1" spc="-21" dirty="0">
                <a:latin typeface="Georgia"/>
                <a:cs typeface="Georgia"/>
              </a:rPr>
              <a:t>120</a:t>
            </a:r>
            <a:endParaRPr sz="764">
              <a:latin typeface="Georgia"/>
              <a:cs typeface="Georgia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77359" y="6273021"/>
            <a:ext cx="3577806" cy="241721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algn="ctr">
              <a:lnSpc>
                <a:spcPts val="904"/>
              </a:lnSpc>
              <a:spcBef>
                <a:spcPts val="85"/>
              </a:spcBef>
              <a:tabLst>
                <a:tab pos="372571" algn="l"/>
                <a:tab pos="734360" algn="l"/>
                <a:tab pos="1103698" algn="l"/>
                <a:tab pos="1462791" algn="l"/>
                <a:tab pos="1841295" algn="l"/>
                <a:tab pos="2202544" algn="l"/>
                <a:tab pos="2570803" algn="l"/>
                <a:tab pos="2937444" algn="l"/>
                <a:tab pos="3308399" algn="l"/>
              </a:tabLst>
            </a:pPr>
            <a:r>
              <a:rPr sz="764" b="1" spc="-17" dirty="0">
                <a:latin typeface="Georgia"/>
                <a:cs typeface="Georgia"/>
              </a:rPr>
              <a:t>2016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2017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2018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2019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2020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2021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2022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2023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2024</a:t>
            </a:r>
            <a:r>
              <a:rPr sz="764" b="1" dirty="0">
                <a:latin typeface="Georgia"/>
                <a:cs typeface="Georgia"/>
              </a:rPr>
              <a:t>	</a:t>
            </a:r>
            <a:r>
              <a:rPr sz="764" b="1" spc="-17" dirty="0">
                <a:latin typeface="Georgia"/>
                <a:cs typeface="Georgia"/>
              </a:rPr>
              <a:t>2025</a:t>
            </a:r>
            <a:endParaRPr sz="764">
              <a:latin typeface="Georgia"/>
              <a:cs typeface="Georgia"/>
            </a:endParaRPr>
          </a:p>
          <a:p>
            <a:pPr algn="ctr">
              <a:lnSpc>
                <a:spcPts val="904"/>
              </a:lnSpc>
            </a:pPr>
            <a:r>
              <a:rPr sz="764" spc="-17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endParaRPr sz="764">
              <a:latin typeface="Trebuchet MS"/>
              <a:cs typeface="Trebuchet MS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095677" y="1035169"/>
            <a:ext cx="6302675" cy="5289071"/>
            <a:chOff x="435331" y="1219199"/>
            <a:chExt cx="7423150" cy="6229350"/>
          </a:xfrm>
        </p:grpSpPr>
        <p:sp>
          <p:nvSpPr>
            <p:cNvPr id="169" name="object 169"/>
            <p:cNvSpPr/>
            <p:nvPr/>
          </p:nvSpPr>
          <p:spPr>
            <a:xfrm>
              <a:off x="449618" y="5790837"/>
              <a:ext cx="3901440" cy="1581785"/>
            </a:xfrm>
            <a:custGeom>
              <a:avLst/>
              <a:gdLst/>
              <a:ahLst/>
              <a:cxnLst/>
              <a:rect l="l" t="t" r="r" b="b"/>
              <a:pathLst>
                <a:path w="3901440" h="1581784">
                  <a:moveTo>
                    <a:pt x="3901361" y="1581511"/>
                  </a:moveTo>
                  <a:lnTo>
                    <a:pt x="0" y="1581511"/>
                  </a:lnTo>
                  <a:lnTo>
                    <a:pt x="0" y="1294928"/>
                  </a:lnTo>
                  <a:lnTo>
                    <a:pt x="433484" y="1225308"/>
                  </a:lnTo>
                  <a:lnTo>
                    <a:pt x="866969" y="1159951"/>
                  </a:lnTo>
                  <a:lnTo>
                    <a:pt x="1300453" y="1124430"/>
                  </a:lnTo>
                  <a:lnTo>
                    <a:pt x="1733938" y="1132482"/>
                  </a:lnTo>
                  <a:lnTo>
                    <a:pt x="2167423" y="1023079"/>
                  </a:lnTo>
                  <a:lnTo>
                    <a:pt x="2600907" y="535267"/>
                  </a:lnTo>
                  <a:lnTo>
                    <a:pt x="3034392" y="173433"/>
                  </a:lnTo>
                  <a:lnTo>
                    <a:pt x="3467877" y="106655"/>
                  </a:lnTo>
                  <a:lnTo>
                    <a:pt x="3901361" y="0"/>
                  </a:lnTo>
                  <a:lnTo>
                    <a:pt x="3901361" y="1581511"/>
                  </a:lnTo>
                  <a:close/>
                </a:path>
              </a:pathLst>
            </a:custGeom>
            <a:solidFill>
              <a:srgbClr val="58A23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49618" y="5790837"/>
              <a:ext cx="3901440" cy="1295400"/>
            </a:xfrm>
            <a:custGeom>
              <a:avLst/>
              <a:gdLst/>
              <a:ahLst/>
              <a:cxnLst/>
              <a:rect l="l" t="t" r="r" b="b"/>
              <a:pathLst>
                <a:path w="3901440" h="1295400">
                  <a:moveTo>
                    <a:pt x="0" y="1294928"/>
                  </a:moveTo>
                  <a:lnTo>
                    <a:pt x="433484" y="1225308"/>
                  </a:lnTo>
                  <a:lnTo>
                    <a:pt x="866969" y="1159951"/>
                  </a:lnTo>
                  <a:lnTo>
                    <a:pt x="1300453" y="1124430"/>
                  </a:lnTo>
                  <a:lnTo>
                    <a:pt x="1733938" y="1132482"/>
                  </a:lnTo>
                  <a:lnTo>
                    <a:pt x="2167423" y="1023079"/>
                  </a:lnTo>
                  <a:lnTo>
                    <a:pt x="2600908" y="535267"/>
                  </a:lnTo>
                  <a:lnTo>
                    <a:pt x="3034392" y="173433"/>
                  </a:lnTo>
                  <a:lnTo>
                    <a:pt x="3467877" y="106655"/>
                  </a:lnTo>
                  <a:lnTo>
                    <a:pt x="3901362" y="0"/>
                  </a:lnTo>
                </a:path>
              </a:pathLst>
            </a:custGeom>
            <a:ln w="2857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991099" y="5648324"/>
              <a:ext cx="38100" cy="1724025"/>
            </a:xfrm>
            <a:custGeom>
              <a:avLst/>
              <a:gdLst/>
              <a:ahLst/>
              <a:cxnLst/>
              <a:rect l="l" t="t" r="r" b="b"/>
              <a:pathLst>
                <a:path w="38100" h="1724025">
                  <a:moveTo>
                    <a:pt x="21576" y="1724024"/>
                  </a:moveTo>
                  <a:lnTo>
                    <a:pt x="16523" y="1724024"/>
                  </a:lnTo>
                  <a:lnTo>
                    <a:pt x="14093" y="1723541"/>
                  </a:lnTo>
                  <a:lnTo>
                    <a:pt x="0" y="1707500"/>
                  </a:lnTo>
                  <a:lnTo>
                    <a:pt x="0" y="170497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6523"/>
                  </a:lnTo>
                  <a:lnTo>
                    <a:pt x="38100" y="1707500"/>
                  </a:lnTo>
                  <a:lnTo>
                    <a:pt x="24006" y="1723541"/>
                  </a:lnTo>
                  <a:lnTo>
                    <a:pt x="21576" y="17240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991099" y="5648324"/>
              <a:ext cx="38100" cy="1724025"/>
            </a:xfrm>
            <a:custGeom>
              <a:avLst/>
              <a:gdLst/>
              <a:ahLst/>
              <a:cxnLst/>
              <a:rect l="l" t="t" r="r" b="b"/>
              <a:pathLst>
                <a:path w="38100" h="1724025">
                  <a:moveTo>
                    <a:pt x="38099" y="1724024"/>
                  </a:moveTo>
                  <a:lnTo>
                    <a:pt x="0" y="17240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724024"/>
                  </a:lnTo>
                  <a:close/>
                </a:path>
              </a:pathLst>
            </a:custGeom>
            <a:solidFill>
              <a:srgbClr val="484544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pic>
          <p:nvPicPr>
            <p:cNvPr id="173" name="object 1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3949" y="5572124"/>
              <a:ext cx="152399" cy="152399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3949" y="7295554"/>
              <a:ext cx="152399" cy="152399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6086474" y="1219199"/>
              <a:ext cx="1771650" cy="19050"/>
            </a:xfrm>
            <a:custGeom>
              <a:avLst/>
              <a:gdLst/>
              <a:ahLst/>
              <a:cxnLst/>
              <a:rect l="l" t="t" r="r" b="b"/>
              <a:pathLst>
                <a:path w="1771650" h="19050">
                  <a:moveTo>
                    <a:pt x="17716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771649" y="0"/>
                  </a:lnTo>
                  <a:lnTo>
                    <a:pt x="1771649" y="19049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5883035" y="830292"/>
            <a:ext cx="2789027" cy="167726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  <a:tabLst>
                <a:tab pos="1644494" algn="l"/>
              </a:tabLst>
            </a:pPr>
            <a:r>
              <a:rPr sz="1019" spc="-8" dirty="0">
                <a:solidFill>
                  <a:srgbClr val="252423"/>
                </a:solidFill>
                <a:latin typeface="Segoe UI Semibold"/>
                <a:cs typeface="Segoe UI Semibold"/>
              </a:rPr>
              <a:t>Fattori </a:t>
            </a:r>
            <a:r>
              <a:rPr sz="1019" dirty="0">
                <a:solidFill>
                  <a:srgbClr val="252423"/>
                </a:solidFill>
                <a:latin typeface="Segoe UI Semibold"/>
                <a:cs typeface="Segoe UI Semibold"/>
              </a:rPr>
              <a:t>di</a:t>
            </a:r>
            <a:r>
              <a:rPr sz="1019" spc="-8" dirty="0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sz="1019" dirty="0">
                <a:solidFill>
                  <a:srgbClr val="252423"/>
                </a:solidFill>
                <a:latin typeface="Segoe UI Semibold"/>
                <a:cs typeface="Segoe UI Semibold"/>
              </a:rPr>
              <a:t>influenza</a:t>
            </a:r>
            <a:r>
              <a:rPr sz="1019" spc="-8" dirty="0">
                <a:solidFill>
                  <a:srgbClr val="252423"/>
                </a:solidFill>
                <a:latin typeface="Segoe UI Semibold"/>
                <a:cs typeface="Segoe UI Semibold"/>
              </a:rPr>
              <a:t> chiave</a:t>
            </a:r>
            <a:r>
              <a:rPr sz="1019" dirty="0">
                <a:solidFill>
                  <a:srgbClr val="252423"/>
                </a:solidFill>
                <a:latin typeface="Segoe UI Semibold"/>
                <a:cs typeface="Segoe UI Semibold"/>
              </a:rPr>
              <a:t>	Segmenti</a:t>
            </a:r>
            <a:r>
              <a:rPr sz="1019" spc="-47" dirty="0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sz="1019" spc="-8" dirty="0">
                <a:solidFill>
                  <a:srgbClr val="252423"/>
                </a:solidFill>
                <a:latin typeface="Segoe UI Semibold"/>
                <a:cs typeface="Segoe UI Semibold"/>
              </a:rPr>
              <a:t>principali</a:t>
            </a:r>
            <a:endParaRPr sz="1019">
              <a:latin typeface="Segoe UI Semibold"/>
              <a:cs typeface="Segoe UI Semibold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5883035" y="1194220"/>
            <a:ext cx="2841325" cy="148170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Fattore</a:t>
            </a:r>
            <a:r>
              <a:rPr sz="892" spc="-17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che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influisce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su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Food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Price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Index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in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modo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dirty="0">
                <a:solidFill>
                  <a:srgbClr val="111111"/>
                </a:solidFill>
                <a:latin typeface="Segoe UI"/>
                <a:cs typeface="Segoe UI"/>
              </a:rPr>
              <a:t>che</a:t>
            </a:r>
            <a:r>
              <a:rPr sz="892" spc="-13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892" spc="-21" dirty="0">
                <a:solidFill>
                  <a:srgbClr val="111111"/>
                </a:solidFill>
                <a:latin typeface="Segoe UI"/>
                <a:cs typeface="Segoe UI"/>
              </a:rPr>
              <a:t>sia</a:t>
            </a:r>
            <a:endParaRPr sz="892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0061118" y="1194220"/>
            <a:ext cx="72785" cy="148170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892" spc="-42" dirty="0">
                <a:solidFill>
                  <a:srgbClr val="111111"/>
                </a:solidFill>
                <a:latin typeface="Segoe UI"/>
                <a:cs typeface="Segoe UI"/>
              </a:rPr>
              <a:t>?</a:t>
            </a:r>
            <a:endParaRPr sz="892">
              <a:latin typeface="Segoe UI"/>
              <a:cs typeface="Segoe UI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5796770" y="1496143"/>
            <a:ext cx="5434642" cy="5014104"/>
          </a:xfrm>
          <a:custGeom>
            <a:avLst/>
            <a:gdLst/>
            <a:ahLst/>
            <a:cxnLst/>
            <a:rect l="l" t="t" r="r" b="b"/>
            <a:pathLst>
              <a:path w="6400800" h="5905500">
                <a:moveTo>
                  <a:pt x="6400799" y="5905499"/>
                </a:moveTo>
                <a:lnTo>
                  <a:pt x="0" y="5905499"/>
                </a:lnTo>
                <a:lnTo>
                  <a:pt x="0" y="0"/>
                </a:lnTo>
                <a:lnTo>
                  <a:pt x="6400799" y="0"/>
                </a:lnTo>
                <a:lnTo>
                  <a:pt x="6400799" y="59054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sz="1528"/>
          </a:p>
        </p:txBody>
      </p:sp>
      <p:sp>
        <p:nvSpPr>
          <p:cNvPr id="181" name="object 181"/>
          <p:cNvSpPr txBox="1"/>
          <p:nvPr/>
        </p:nvSpPr>
        <p:spPr>
          <a:xfrm>
            <a:off x="8785014" y="1168609"/>
            <a:ext cx="1221177" cy="170404"/>
          </a:xfrm>
          <a:prstGeom prst="rect">
            <a:avLst/>
          </a:prstGeom>
          <a:ln w="9524">
            <a:solidFill>
              <a:srgbClr val="C7C7C7"/>
            </a:solidFill>
          </a:ln>
        </p:spPr>
        <p:txBody>
          <a:bodyPr vert="horz" wrap="square" lIns="0" tIns="52297" rIns="0" bIns="0" rtlCol="0">
            <a:spAutoFit/>
          </a:bodyPr>
          <a:lstStyle/>
          <a:p>
            <a:pPr marL="32890">
              <a:spcBef>
                <a:spcPts val="411"/>
              </a:spcBef>
              <a:tabLst>
                <a:tab pos="1084288" algn="l"/>
              </a:tabLst>
            </a:pPr>
            <a:r>
              <a:rPr sz="1146" spc="-13" baseline="3086" dirty="0">
                <a:solidFill>
                  <a:srgbClr val="111111"/>
                </a:solidFill>
                <a:latin typeface="Segoe UI"/>
                <a:cs typeface="Segoe UI"/>
              </a:rPr>
              <a:t>Aumenta</a:t>
            </a:r>
            <a:r>
              <a:rPr sz="1146" baseline="3086" dirty="0">
                <a:solidFill>
                  <a:srgbClr val="111111"/>
                </a:solidFill>
                <a:latin typeface="Segoe UI"/>
                <a:cs typeface="Segoe UI"/>
              </a:rPr>
              <a:t>	</a:t>
            </a:r>
            <a:r>
              <a:rPr sz="764" spc="212" dirty="0">
                <a:solidFill>
                  <a:srgbClr val="111111"/>
                </a:solidFill>
                <a:latin typeface="Arial MT"/>
                <a:cs typeface="Arial MT"/>
              </a:rPr>
              <a:t>V</a:t>
            </a:r>
            <a:endParaRPr sz="764">
              <a:latin typeface="Arial MT"/>
              <a:cs typeface="Arial MT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5883034" y="1590495"/>
            <a:ext cx="431321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>
              <a:spcBef>
                <a:spcPts val="85"/>
              </a:spcBef>
            </a:pPr>
            <a:r>
              <a:rPr sz="764" spc="-8" dirty="0">
                <a:solidFill>
                  <a:srgbClr val="252423"/>
                </a:solidFill>
                <a:latin typeface="Segoe UI"/>
                <a:cs typeface="Segoe UI"/>
              </a:rPr>
              <a:t>Quando...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7394974" y="1577556"/>
            <a:ext cx="1055658" cy="261534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0784" marR="4313">
              <a:lnSpc>
                <a:spcPct val="111100"/>
              </a:lnSpc>
              <a:spcBef>
                <a:spcPts val="85"/>
              </a:spcBef>
            </a:pP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....la</a:t>
            </a:r>
            <a:r>
              <a:rPr sz="764" spc="-8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media</a:t>
            </a:r>
            <a:r>
              <a:rPr sz="764" spc="-4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di</a:t>
            </a:r>
            <a:r>
              <a:rPr sz="764" spc="-4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Food</a:t>
            </a:r>
            <a:r>
              <a:rPr sz="764" spc="-4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spc="-8" dirty="0">
                <a:solidFill>
                  <a:srgbClr val="252423"/>
                </a:solidFill>
                <a:latin typeface="Segoe UI"/>
                <a:cs typeface="Segoe UI"/>
              </a:rPr>
              <a:t>Price </a:t>
            </a: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Index</a:t>
            </a:r>
            <a:r>
              <a:rPr sz="764" spc="-17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"/>
                <a:cs typeface="Segoe UI"/>
              </a:rPr>
              <a:t>aumenta</a:t>
            </a:r>
            <a:r>
              <a:rPr sz="764" spc="-13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764" spc="-21" dirty="0">
                <a:solidFill>
                  <a:srgbClr val="252423"/>
                </a:solidFill>
                <a:latin typeface="Segoe UI"/>
                <a:cs typeface="Segoe UI"/>
              </a:rPr>
              <a:t>di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5990865" y="2095012"/>
            <a:ext cx="2397604" cy="125218"/>
          </a:xfrm>
          <a:prstGeom prst="rect">
            <a:avLst/>
          </a:prstGeom>
        </p:spPr>
        <p:txBody>
          <a:bodyPr vert="horz" wrap="square" lIns="0" tIns="7548" rIns="0" bIns="0" rtlCol="0">
            <a:spAutoFit/>
          </a:bodyPr>
          <a:lstStyle/>
          <a:p>
            <a:pPr>
              <a:spcBef>
                <a:spcPts val="59"/>
              </a:spcBef>
              <a:tabLst>
                <a:tab pos="2166958" algn="l"/>
              </a:tabLst>
            </a:pPr>
            <a:r>
              <a:rPr sz="764" dirty="0">
                <a:solidFill>
                  <a:srgbClr val="252423"/>
                </a:solidFill>
                <a:latin typeface="Segoe UI Semibold"/>
                <a:cs typeface="Segoe UI Semibold"/>
              </a:rPr>
              <a:t>Anno</a:t>
            </a:r>
            <a:r>
              <a:rPr sz="764" spc="-13" dirty="0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 Semibold"/>
                <a:cs typeface="Segoe UI Semibold"/>
              </a:rPr>
              <a:t>aumenta</a:t>
            </a:r>
            <a:r>
              <a:rPr sz="764" spc="-8" dirty="0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sz="764" dirty="0">
                <a:solidFill>
                  <a:srgbClr val="252423"/>
                </a:solidFill>
                <a:latin typeface="Segoe UI Semibold"/>
                <a:cs typeface="Segoe UI Semibold"/>
              </a:rPr>
              <a:t>di</a:t>
            </a:r>
            <a:r>
              <a:rPr sz="764" spc="-13" dirty="0">
                <a:solidFill>
                  <a:srgbClr val="252423"/>
                </a:solidFill>
                <a:latin typeface="Segoe UI Semibold"/>
                <a:cs typeface="Segoe UI Semibold"/>
              </a:rPr>
              <a:t> </a:t>
            </a:r>
            <a:r>
              <a:rPr sz="764" spc="-8" dirty="0">
                <a:solidFill>
                  <a:srgbClr val="252423"/>
                </a:solidFill>
                <a:latin typeface="Segoe UI Semibold"/>
                <a:cs typeface="Segoe UI Semibold"/>
              </a:rPr>
              <a:t>10.44</a:t>
            </a:r>
            <a:r>
              <a:rPr sz="764" dirty="0">
                <a:solidFill>
                  <a:srgbClr val="252423"/>
                </a:solidFill>
                <a:latin typeface="Segoe UI Semibold"/>
                <a:cs typeface="Segoe UI Semibold"/>
              </a:rPr>
              <a:t>	</a:t>
            </a:r>
            <a:r>
              <a:rPr sz="764" spc="-17" dirty="0">
                <a:solidFill>
                  <a:srgbClr val="E9E9E9"/>
                </a:solidFill>
                <a:latin typeface="Segoe UI"/>
                <a:cs typeface="Segoe UI"/>
              </a:rPr>
              <a:t>188,2</a:t>
            </a:r>
            <a:endParaRPr sz="764">
              <a:latin typeface="Segoe UI"/>
              <a:cs typeface="Segoe UI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893817" y="1949030"/>
            <a:ext cx="2587925" cy="420538"/>
            <a:chOff x="6086474" y="2295524"/>
            <a:chExt cx="3048000" cy="495300"/>
          </a:xfrm>
        </p:grpSpPr>
        <p:sp>
          <p:nvSpPr>
            <p:cNvPr id="186" name="object 186"/>
            <p:cNvSpPr/>
            <p:nvPr/>
          </p:nvSpPr>
          <p:spPr>
            <a:xfrm>
              <a:off x="6086474" y="2466974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38099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820012" y="2505074"/>
              <a:ext cx="819150" cy="76200"/>
            </a:xfrm>
            <a:custGeom>
              <a:avLst/>
              <a:gdLst/>
              <a:ahLst/>
              <a:cxnLst/>
              <a:rect l="l" t="t" r="r" b="b"/>
              <a:pathLst>
                <a:path w="819150" h="76200">
                  <a:moveTo>
                    <a:pt x="819150" y="38100"/>
                  </a:moveTo>
                  <a:lnTo>
                    <a:pt x="742950" y="0"/>
                  </a:lnTo>
                  <a:lnTo>
                    <a:pt x="742950" y="38100"/>
                  </a:lnTo>
                  <a:lnTo>
                    <a:pt x="0" y="38100"/>
                  </a:lnTo>
                  <a:lnTo>
                    <a:pt x="0" y="47625"/>
                  </a:lnTo>
                  <a:lnTo>
                    <a:pt x="742950" y="47625"/>
                  </a:lnTo>
                  <a:lnTo>
                    <a:pt x="742950" y="76200"/>
                  </a:lnTo>
                  <a:lnTo>
                    <a:pt x="819150" y="3810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8639174" y="2295524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5760" y="495299"/>
                  </a:moveTo>
                  <a:lnTo>
                    <a:pt x="239538" y="495299"/>
                  </a:lnTo>
                  <a:lnTo>
                    <a:pt x="231447" y="494902"/>
                  </a:lnTo>
                  <a:lnTo>
                    <a:pt x="191380" y="488958"/>
                  </a:lnTo>
                  <a:lnTo>
                    <a:pt x="145384" y="473344"/>
                  </a:lnTo>
                  <a:lnTo>
                    <a:pt x="103318" y="449057"/>
                  </a:lnTo>
                  <a:lnTo>
                    <a:pt x="66799" y="417029"/>
                  </a:lnTo>
                  <a:lnTo>
                    <a:pt x="37229" y="378492"/>
                  </a:lnTo>
                  <a:lnTo>
                    <a:pt x="15747" y="334927"/>
                  </a:lnTo>
                  <a:lnTo>
                    <a:pt x="3175" y="288009"/>
                  </a:lnTo>
                  <a:lnTo>
                    <a:pt x="0" y="255760"/>
                  </a:lnTo>
                  <a:lnTo>
                    <a:pt x="0" y="239539"/>
                  </a:lnTo>
                  <a:lnTo>
                    <a:pt x="6340" y="191380"/>
                  </a:lnTo>
                  <a:lnTo>
                    <a:pt x="21954" y="145385"/>
                  </a:lnTo>
                  <a:lnTo>
                    <a:pt x="46242" y="103318"/>
                  </a:lnTo>
                  <a:lnTo>
                    <a:pt x="78269" y="66799"/>
                  </a:lnTo>
                  <a:lnTo>
                    <a:pt x="116806" y="37230"/>
                  </a:lnTo>
                  <a:lnTo>
                    <a:pt x="160371" y="15747"/>
                  </a:lnTo>
                  <a:lnTo>
                    <a:pt x="207290" y="3176"/>
                  </a:lnTo>
                  <a:lnTo>
                    <a:pt x="239538" y="0"/>
                  </a:lnTo>
                  <a:lnTo>
                    <a:pt x="255760" y="0"/>
                  </a:lnTo>
                  <a:lnTo>
                    <a:pt x="303918" y="6340"/>
                  </a:lnTo>
                  <a:lnTo>
                    <a:pt x="349914" y="21955"/>
                  </a:lnTo>
                  <a:lnTo>
                    <a:pt x="391980" y="46242"/>
                  </a:lnTo>
                  <a:lnTo>
                    <a:pt x="428499" y="78270"/>
                  </a:lnTo>
                  <a:lnTo>
                    <a:pt x="458069" y="116806"/>
                  </a:lnTo>
                  <a:lnTo>
                    <a:pt x="479552" y="160371"/>
                  </a:lnTo>
                  <a:lnTo>
                    <a:pt x="492123" y="207290"/>
                  </a:lnTo>
                  <a:lnTo>
                    <a:pt x="495299" y="239539"/>
                  </a:lnTo>
                  <a:lnTo>
                    <a:pt x="495299" y="247649"/>
                  </a:lnTo>
                  <a:lnTo>
                    <a:pt x="495299" y="255760"/>
                  </a:lnTo>
                  <a:lnTo>
                    <a:pt x="488958" y="303919"/>
                  </a:lnTo>
                  <a:lnTo>
                    <a:pt x="473344" y="349914"/>
                  </a:lnTo>
                  <a:lnTo>
                    <a:pt x="449057" y="391980"/>
                  </a:lnTo>
                  <a:lnTo>
                    <a:pt x="417029" y="428499"/>
                  </a:lnTo>
                  <a:lnTo>
                    <a:pt x="378492" y="458069"/>
                  </a:lnTo>
                  <a:lnTo>
                    <a:pt x="334927" y="479552"/>
                  </a:lnTo>
                  <a:lnTo>
                    <a:pt x="288008" y="492123"/>
                  </a:lnTo>
                  <a:lnTo>
                    <a:pt x="263851" y="494902"/>
                  </a:lnTo>
                  <a:lnTo>
                    <a:pt x="255760" y="495299"/>
                  </a:lnTo>
                  <a:close/>
                </a:path>
              </a:pathLst>
            </a:custGeom>
            <a:solidFill>
              <a:srgbClr val="58A23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grpSp>
        <p:nvGrpSpPr>
          <p:cNvPr id="189" name="object 189"/>
          <p:cNvGrpSpPr/>
          <p:nvPr/>
        </p:nvGrpSpPr>
        <p:grpSpPr>
          <a:xfrm>
            <a:off x="8702040" y="1547363"/>
            <a:ext cx="2479555" cy="4946171"/>
            <a:chOff x="9393935" y="1822450"/>
            <a:chExt cx="2920365" cy="5825490"/>
          </a:xfrm>
        </p:grpSpPr>
        <p:sp>
          <p:nvSpPr>
            <p:cNvPr id="190" name="object 190"/>
            <p:cNvSpPr/>
            <p:nvPr/>
          </p:nvSpPr>
          <p:spPr>
            <a:xfrm>
              <a:off x="9393923" y="1822449"/>
              <a:ext cx="2920365" cy="5825490"/>
            </a:xfrm>
            <a:custGeom>
              <a:avLst/>
              <a:gdLst/>
              <a:ahLst/>
              <a:cxnLst/>
              <a:rect l="l" t="t" r="r" b="b"/>
              <a:pathLst>
                <a:path w="2920365" h="5825490">
                  <a:moveTo>
                    <a:pt x="2919984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0" y="5759450"/>
                  </a:lnTo>
                  <a:lnTo>
                    <a:pt x="0" y="5825490"/>
                  </a:lnTo>
                  <a:lnTo>
                    <a:pt x="2919984" y="5825490"/>
                  </a:lnTo>
                  <a:lnTo>
                    <a:pt x="2919984" y="5759462"/>
                  </a:lnTo>
                  <a:lnTo>
                    <a:pt x="2919984" y="63512"/>
                  </a:lnTo>
                  <a:lnTo>
                    <a:pt x="2864739" y="63512"/>
                  </a:lnTo>
                  <a:lnTo>
                    <a:pt x="2864739" y="5759450"/>
                  </a:lnTo>
                  <a:lnTo>
                    <a:pt x="54864" y="5759450"/>
                  </a:lnTo>
                  <a:lnTo>
                    <a:pt x="54864" y="63500"/>
                  </a:lnTo>
                  <a:lnTo>
                    <a:pt x="2919984" y="63500"/>
                  </a:lnTo>
                  <a:lnTo>
                    <a:pt x="2919984" y="0"/>
                  </a:lnTo>
                  <a:close/>
                </a:path>
              </a:pathLst>
            </a:custGeom>
            <a:solidFill>
              <a:srgbClr val="000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9448799" y="1876424"/>
              <a:ext cx="2809875" cy="5715000"/>
            </a:xfrm>
            <a:custGeom>
              <a:avLst/>
              <a:gdLst/>
              <a:ahLst/>
              <a:cxnLst/>
              <a:rect l="l" t="t" r="r" b="b"/>
              <a:pathLst>
                <a:path w="2809875" h="5715000">
                  <a:moveTo>
                    <a:pt x="2809874" y="5714999"/>
                  </a:moveTo>
                  <a:lnTo>
                    <a:pt x="0" y="5714999"/>
                  </a:lnTo>
                  <a:lnTo>
                    <a:pt x="0" y="0"/>
                  </a:lnTo>
                  <a:lnTo>
                    <a:pt x="2809874" y="0"/>
                  </a:lnTo>
                  <a:lnTo>
                    <a:pt x="2809874" y="5714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192" name="object 192"/>
          <p:cNvSpPr txBox="1"/>
          <p:nvPr/>
        </p:nvSpPr>
        <p:spPr>
          <a:xfrm>
            <a:off x="8842004" y="1674603"/>
            <a:ext cx="2107002" cy="261534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 marL="161214" marR="4313" indent="-161754">
              <a:lnSpc>
                <a:spcPct val="111100"/>
              </a:lnSpc>
              <a:spcBef>
                <a:spcPts val="85"/>
              </a:spcBef>
            </a:pPr>
            <a:r>
              <a:rPr sz="1146" spc="694" baseline="-15432" dirty="0">
                <a:solidFill>
                  <a:srgbClr val="111111"/>
                </a:solidFill>
                <a:latin typeface="Arial MT"/>
                <a:cs typeface="Arial MT"/>
              </a:rPr>
              <a:t>*</a:t>
            </a:r>
            <a:r>
              <a:rPr sz="1146" spc="414" baseline="-15432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In</a:t>
            </a:r>
            <a:r>
              <a:rPr sz="764" spc="-8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media</a:t>
            </a:r>
            <a:r>
              <a:rPr sz="764" spc="-4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quando</a:t>
            </a:r>
            <a:r>
              <a:rPr sz="764" spc="-8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Anno</a:t>
            </a:r>
            <a:r>
              <a:rPr sz="764" spc="-4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aumenta,</a:t>
            </a:r>
            <a:r>
              <a:rPr sz="764" spc="-8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anche</a:t>
            </a:r>
            <a:r>
              <a:rPr sz="764" spc="-4" dirty="0">
                <a:solidFill>
                  <a:srgbClr val="111111"/>
                </a:solidFill>
                <a:latin typeface="Segoe UI"/>
                <a:cs typeface="Segoe UI"/>
              </a:rPr>
              <a:t> </a:t>
            </a:r>
            <a:r>
              <a:rPr sz="764" spc="-17" dirty="0">
                <a:solidFill>
                  <a:srgbClr val="111111"/>
                </a:solidFill>
                <a:latin typeface="Segoe UI"/>
                <a:cs typeface="Segoe UI"/>
              </a:rPr>
              <a:t>Food </a:t>
            </a:r>
            <a:r>
              <a:rPr sz="764" dirty="0">
                <a:solidFill>
                  <a:srgbClr val="111111"/>
                </a:solidFill>
                <a:latin typeface="Segoe UI"/>
                <a:cs typeface="Segoe UI"/>
              </a:rPr>
              <a:t>Price Index </a:t>
            </a:r>
            <a:r>
              <a:rPr sz="764" spc="-8" dirty="0">
                <a:solidFill>
                  <a:srgbClr val="111111"/>
                </a:solidFill>
                <a:latin typeface="Segoe UI"/>
                <a:cs typeface="Segoe UI"/>
              </a:rPr>
              <a:t>aumenta.</a:t>
            </a:r>
            <a:endParaRPr sz="764">
              <a:latin typeface="Segoe UI"/>
              <a:cs typeface="Segoe UI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5845295" y="2248259"/>
            <a:ext cx="4880933" cy="4221552"/>
            <a:chOff x="6029324" y="2647949"/>
            <a:chExt cx="5748655" cy="4972050"/>
          </a:xfrm>
        </p:grpSpPr>
        <p:pic>
          <p:nvPicPr>
            <p:cNvPr id="194" name="object 1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9324" y="6953249"/>
              <a:ext cx="3324224" cy="666749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6883891"/>
              <a:ext cx="1676399" cy="9524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6036703"/>
              <a:ext cx="1676399" cy="9524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5189515"/>
              <a:ext cx="1676399" cy="9524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4342326"/>
              <a:ext cx="1676399" cy="952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3495138"/>
              <a:ext cx="1676399" cy="952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01262" y="2647949"/>
              <a:ext cx="1676399" cy="9524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10528602" y="2650029"/>
              <a:ext cx="9525" cy="4248150"/>
            </a:xfrm>
            <a:custGeom>
              <a:avLst/>
              <a:gdLst/>
              <a:ahLst/>
              <a:cxnLst/>
              <a:rect l="l" t="t" r="r" b="b"/>
              <a:pathLst>
                <a:path w="9525" h="4248150">
                  <a:moveTo>
                    <a:pt x="6077" y="4248149"/>
                  </a:moveTo>
                  <a:lnTo>
                    <a:pt x="3447" y="4248149"/>
                  </a:lnTo>
                  <a:lnTo>
                    <a:pt x="2324" y="4247684"/>
                  </a:lnTo>
                  <a:lnTo>
                    <a:pt x="464" y="4245824"/>
                  </a:lnTo>
                  <a:lnTo>
                    <a:pt x="0" y="4244702"/>
                  </a:lnTo>
                  <a:lnTo>
                    <a:pt x="0" y="4242071"/>
                  </a:lnTo>
                  <a:lnTo>
                    <a:pt x="464" y="4240949"/>
                  </a:lnTo>
                  <a:lnTo>
                    <a:pt x="2324" y="4239089"/>
                  </a:lnTo>
                  <a:lnTo>
                    <a:pt x="3447" y="4238624"/>
                  </a:lnTo>
                  <a:lnTo>
                    <a:pt x="6077" y="4238624"/>
                  </a:lnTo>
                  <a:lnTo>
                    <a:pt x="7200" y="4239089"/>
                  </a:lnTo>
                  <a:lnTo>
                    <a:pt x="9060" y="4240949"/>
                  </a:lnTo>
                  <a:lnTo>
                    <a:pt x="9524" y="4242071"/>
                  </a:lnTo>
                  <a:lnTo>
                    <a:pt x="9524" y="4244702"/>
                  </a:lnTo>
                  <a:lnTo>
                    <a:pt x="9060" y="4245824"/>
                  </a:lnTo>
                  <a:lnTo>
                    <a:pt x="7200" y="4247684"/>
                  </a:lnTo>
                  <a:lnTo>
                    <a:pt x="6077" y="4248149"/>
                  </a:lnTo>
                  <a:close/>
                </a:path>
                <a:path w="9525" h="4248150">
                  <a:moveTo>
                    <a:pt x="6077" y="4200524"/>
                  </a:moveTo>
                  <a:lnTo>
                    <a:pt x="3447" y="4200524"/>
                  </a:lnTo>
                  <a:lnTo>
                    <a:pt x="2324" y="4200059"/>
                  </a:lnTo>
                  <a:lnTo>
                    <a:pt x="464" y="4198199"/>
                  </a:lnTo>
                  <a:lnTo>
                    <a:pt x="0" y="4197077"/>
                  </a:lnTo>
                  <a:lnTo>
                    <a:pt x="0" y="4194446"/>
                  </a:lnTo>
                  <a:lnTo>
                    <a:pt x="464" y="4193324"/>
                  </a:lnTo>
                  <a:lnTo>
                    <a:pt x="2324" y="4191464"/>
                  </a:lnTo>
                  <a:lnTo>
                    <a:pt x="3447" y="4190999"/>
                  </a:lnTo>
                  <a:lnTo>
                    <a:pt x="6077" y="4190999"/>
                  </a:lnTo>
                  <a:lnTo>
                    <a:pt x="7200" y="4191464"/>
                  </a:lnTo>
                  <a:lnTo>
                    <a:pt x="9060" y="4193324"/>
                  </a:lnTo>
                  <a:lnTo>
                    <a:pt x="9524" y="4194446"/>
                  </a:lnTo>
                  <a:lnTo>
                    <a:pt x="9524" y="4197077"/>
                  </a:lnTo>
                  <a:lnTo>
                    <a:pt x="9060" y="4198199"/>
                  </a:lnTo>
                  <a:lnTo>
                    <a:pt x="7200" y="4200059"/>
                  </a:lnTo>
                  <a:lnTo>
                    <a:pt x="6077" y="4200524"/>
                  </a:lnTo>
                  <a:close/>
                </a:path>
                <a:path w="9525" h="4248150">
                  <a:moveTo>
                    <a:pt x="6077" y="4152899"/>
                  </a:moveTo>
                  <a:lnTo>
                    <a:pt x="3447" y="4152899"/>
                  </a:lnTo>
                  <a:lnTo>
                    <a:pt x="2324" y="4152434"/>
                  </a:lnTo>
                  <a:lnTo>
                    <a:pt x="464" y="4150574"/>
                  </a:lnTo>
                  <a:lnTo>
                    <a:pt x="0" y="4149452"/>
                  </a:lnTo>
                  <a:lnTo>
                    <a:pt x="0" y="4146821"/>
                  </a:lnTo>
                  <a:lnTo>
                    <a:pt x="464" y="4145699"/>
                  </a:lnTo>
                  <a:lnTo>
                    <a:pt x="2324" y="4143839"/>
                  </a:lnTo>
                  <a:lnTo>
                    <a:pt x="3447" y="4143374"/>
                  </a:lnTo>
                  <a:lnTo>
                    <a:pt x="6077" y="4143374"/>
                  </a:lnTo>
                  <a:lnTo>
                    <a:pt x="7200" y="4143839"/>
                  </a:lnTo>
                  <a:lnTo>
                    <a:pt x="9060" y="4145699"/>
                  </a:lnTo>
                  <a:lnTo>
                    <a:pt x="9524" y="4146821"/>
                  </a:lnTo>
                  <a:lnTo>
                    <a:pt x="9524" y="4149452"/>
                  </a:lnTo>
                  <a:lnTo>
                    <a:pt x="9060" y="4150574"/>
                  </a:lnTo>
                  <a:lnTo>
                    <a:pt x="7200" y="4152434"/>
                  </a:lnTo>
                  <a:lnTo>
                    <a:pt x="6077" y="4152899"/>
                  </a:lnTo>
                  <a:close/>
                </a:path>
                <a:path w="9525" h="4248150">
                  <a:moveTo>
                    <a:pt x="6077" y="4105274"/>
                  </a:moveTo>
                  <a:lnTo>
                    <a:pt x="3447" y="4105274"/>
                  </a:lnTo>
                  <a:lnTo>
                    <a:pt x="2324" y="4104809"/>
                  </a:lnTo>
                  <a:lnTo>
                    <a:pt x="464" y="4102949"/>
                  </a:lnTo>
                  <a:lnTo>
                    <a:pt x="0" y="4101827"/>
                  </a:lnTo>
                  <a:lnTo>
                    <a:pt x="0" y="4099196"/>
                  </a:lnTo>
                  <a:lnTo>
                    <a:pt x="464" y="4098074"/>
                  </a:lnTo>
                  <a:lnTo>
                    <a:pt x="2324" y="4096214"/>
                  </a:lnTo>
                  <a:lnTo>
                    <a:pt x="3447" y="4095749"/>
                  </a:lnTo>
                  <a:lnTo>
                    <a:pt x="6077" y="4095749"/>
                  </a:lnTo>
                  <a:lnTo>
                    <a:pt x="7200" y="4096214"/>
                  </a:lnTo>
                  <a:lnTo>
                    <a:pt x="9060" y="4098074"/>
                  </a:lnTo>
                  <a:lnTo>
                    <a:pt x="9524" y="4099196"/>
                  </a:lnTo>
                  <a:lnTo>
                    <a:pt x="9524" y="4101827"/>
                  </a:lnTo>
                  <a:lnTo>
                    <a:pt x="9060" y="4102949"/>
                  </a:lnTo>
                  <a:lnTo>
                    <a:pt x="7200" y="4104809"/>
                  </a:lnTo>
                  <a:lnTo>
                    <a:pt x="6077" y="4105274"/>
                  </a:lnTo>
                  <a:close/>
                </a:path>
                <a:path w="9525" h="4248150">
                  <a:moveTo>
                    <a:pt x="6077" y="4057649"/>
                  </a:moveTo>
                  <a:lnTo>
                    <a:pt x="3447" y="4057649"/>
                  </a:lnTo>
                  <a:lnTo>
                    <a:pt x="2324" y="4057184"/>
                  </a:lnTo>
                  <a:lnTo>
                    <a:pt x="464" y="4055324"/>
                  </a:lnTo>
                  <a:lnTo>
                    <a:pt x="0" y="4054202"/>
                  </a:lnTo>
                  <a:lnTo>
                    <a:pt x="0" y="4051571"/>
                  </a:lnTo>
                  <a:lnTo>
                    <a:pt x="464" y="4050449"/>
                  </a:lnTo>
                  <a:lnTo>
                    <a:pt x="2324" y="4048589"/>
                  </a:lnTo>
                  <a:lnTo>
                    <a:pt x="3447" y="4048124"/>
                  </a:lnTo>
                  <a:lnTo>
                    <a:pt x="6077" y="4048124"/>
                  </a:lnTo>
                  <a:lnTo>
                    <a:pt x="7200" y="4048589"/>
                  </a:lnTo>
                  <a:lnTo>
                    <a:pt x="9060" y="4050449"/>
                  </a:lnTo>
                  <a:lnTo>
                    <a:pt x="9524" y="4051571"/>
                  </a:lnTo>
                  <a:lnTo>
                    <a:pt x="9524" y="4054202"/>
                  </a:lnTo>
                  <a:lnTo>
                    <a:pt x="9060" y="4055324"/>
                  </a:lnTo>
                  <a:lnTo>
                    <a:pt x="7200" y="4057184"/>
                  </a:lnTo>
                  <a:lnTo>
                    <a:pt x="6077" y="4057649"/>
                  </a:lnTo>
                  <a:close/>
                </a:path>
                <a:path w="9525" h="4248150">
                  <a:moveTo>
                    <a:pt x="6077" y="4010024"/>
                  </a:moveTo>
                  <a:lnTo>
                    <a:pt x="3447" y="4010024"/>
                  </a:lnTo>
                  <a:lnTo>
                    <a:pt x="2324" y="4009559"/>
                  </a:lnTo>
                  <a:lnTo>
                    <a:pt x="464" y="4007699"/>
                  </a:lnTo>
                  <a:lnTo>
                    <a:pt x="0" y="4006577"/>
                  </a:lnTo>
                  <a:lnTo>
                    <a:pt x="0" y="4003946"/>
                  </a:lnTo>
                  <a:lnTo>
                    <a:pt x="464" y="4002824"/>
                  </a:lnTo>
                  <a:lnTo>
                    <a:pt x="2324" y="4000964"/>
                  </a:lnTo>
                  <a:lnTo>
                    <a:pt x="3447" y="4000499"/>
                  </a:lnTo>
                  <a:lnTo>
                    <a:pt x="6077" y="4000499"/>
                  </a:lnTo>
                  <a:lnTo>
                    <a:pt x="7200" y="4000964"/>
                  </a:lnTo>
                  <a:lnTo>
                    <a:pt x="9060" y="4002824"/>
                  </a:lnTo>
                  <a:lnTo>
                    <a:pt x="9524" y="4003946"/>
                  </a:lnTo>
                  <a:lnTo>
                    <a:pt x="9524" y="4006577"/>
                  </a:lnTo>
                  <a:lnTo>
                    <a:pt x="9060" y="4007699"/>
                  </a:lnTo>
                  <a:lnTo>
                    <a:pt x="7200" y="4009559"/>
                  </a:lnTo>
                  <a:lnTo>
                    <a:pt x="6077" y="4010024"/>
                  </a:lnTo>
                  <a:close/>
                </a:path>
                <a:path w="9525" h="4248150">
                  <a:moveTo>
                    <a:pt x="6077" y="3962399"/>
                  </a:moveTo>
                  <a:lnTo>
                    <a:pt x="3447" y="3962399"/>
                  </a:lnTo>
                  <a:lnTo>
                    <a:pt x="2324" y="3961934"/>
                  </a:lnTo>
                  <a:lnTo>
                    <a:pt x="464" y="3960074"/>
                  </a:lnTo>
                  <a:lnTo>
                    <a:pt x="0" y="3958952"/>
                  </a:lnTo>
                  <a:lnTo>
                    <a:pt x="0" y="3956321"/>
                  </a:lnTo>
                  <a:lnTo>
                    <a:pt x="464" y="3955199"/>
                  </a:lnTo>
                  <a:lnTo>
                    <a:pt x="2324" y="3953339"/>
                  </a:lnTo>
                  <a:lnTo>
                    <a:pt x="3447" y="3952874"/>
                  </a:lnTo>
                  <a:lnTo>
                    <a:pt x="6077" y="3952874"/>
                  </a:lnTo>
                  <a:lnTo>
                    <a:pt x="7200" y="3953339"/>
                  </a:lnTo>
                  <a:lnTo>
                    <a:pt x="9060" y="3955199"/>
                  </a:lnTo>
                  <a:lnTo>
                    <a:pt x="9524" y="3956321"/>
                  </a:lnTo>
                  <a:lnTo>
                    <a:pt x="9524" y="3958952"/>
                  </a:lnTo>
                  <a:lnTo>
                    <a:pt x="9060" y="3960074"/>
                  </a:lnTo>
                  <a:lnTo>
                    <a:pt x="7200" y="3961934"/>
                  </a:lnTo>
                  <a:lnTo>
                    <a:pt x="6077" y="3962399"/>
                  </a:lnTo>
                  <a:close/>
                </a:path>
                <a:path w="9525" h="4248150">
                  <a:moveTo>
                    <a:pt x="6077" y="3914774"/>
                  </a:moveTo>
                  <a:lnTo>
                    <a:pt x="3447" y="3914774"/>
                  </a:lnTo>
                  <a:lnTo>
                    <a:pt x="2324" y="3914309"/>
                  </a:lnTo>
                  <a:lnTo>
                    <a:pt x="464" y="3912449"/>
                  </a:lnTo>
                  <a:lnTo>
                    <a:pt x="0" y="3911327"/>
                  </a:lnTo>
                  <a:lnTo>
                    <a:pt x="0" y="3908696"/>
                  </a:lnTo>
                  <a:lnTo>
                    <a:pt x="464" y="3907574"/>
                  </a:lnTo>
                  <a:lnTo>
                    <a:pt x="2324" y="3905714"/>
                  </a:lnTo>
                  <a:lnTo>
                    <a:pt x="3447" y="3905249"/>
                  </a:lnTo>
                  <a:lnTo>
                    <a:pt x="6077" y="3905249"/>
                  </a:lnTo>
                  <a:lnTo>
                    <a:pt x="7200" y="3905714"/>
                  </a:lnTo>
                  <a:lnTo>
                    <a:pt x="9060" y="3907574"/>
                  </a:lnTo>
                  <a:lnTo>
                    <a:pt x="9524" y="3908696"/>
                  </a:lnTo>
                  <a:lnTo>
                    <a:pt x="9524" y="3911327"/>
                  </a:lnTo>
                  <a:lnTo>
                    <a:pt x="9060" y="3912449"/>
                  </a:lnTo>
                  <a:lnTo>
                    <a:pt x="7200" y="3914309"/>
                  </a:lnTo>
                  <a:lnTo>
                    <a:pt x="6077" y="3914774"/>
                  </a:lnTo>
                  <a:close/>
                </a:path>
                <a:path w="9525" h="4248150">
                  <a:moveTo>
                    <a:pt x="6077" y="3867149"/>
                  </a:moveTo>
                  <a:lnTo>
                    <a:pt x="3447" y="3867149"/>
                  </a:lnTo>
                  <a:lnTo>
                    <a:pt x="2324" y="3866684"/>
                  </a:lnTo>
                  <a:lnTo>
                    <a:pt x="464" y="3864824"/>
                  </a:lnTo>
                  <a:lnTo>
                    <a:pt x="0" y="3863702"/>
                  </a:lnTo>
                  <a:lnTo>
                    <a:pt x="0" y="3861071"/>
                  </a:lnTo>
                  <a:lnTo>
                    <a:pt x="464" y="3859949"/>
                  </a:lnTo>
                  <a:lnTo>
                    <a:pt x="2324" y="3858089"/>
                  </a:lnTo>
                  <a:lnTo>
                    <a:pt x="3447" y="3857624"/>
                  </a:lnTo>
                  <a:lnTo>
                    <a:pt x="6077" y="3857624"/>
                  </a:lnTo>
                  <a:lnTo>
                    <a:pt x="7200" y="3858089"/>
                  </a:lnTo>
                  <a:lnTo>
                    <a:pt x="9060" y="3859949"/>
                  </a:lnTo>
                  <a:lnTo>
                    <a:pt x="9524" y="3861071"/>
                  </a:lnTo>
                  <a:lnTo>
                    <a:pt x="9524" y="3863702"/>
                  </a:lnTo>
                  <a:lnTo>
                    <a:pt x="9060" y="3864824"/>
                  </a:lnTo>
                  <a:lnTo>
                    <a:pt x="7200" y="3866684"/>
                  </a:lnTo>
                  <a:lnTo>
                    <a:pt x="6077" y="3867149"/>
                  </a:lnTo>
                  <a:close/>
                </a:path>
                <a:path w="9525" h="4248150">
                  <a:moveTo>
                    <a:pt x="6077" y="3819524"/>
                  </a:moveTo>
                  <a:lnTo>
                    <a:pt x="3447" y="3819524"/>
                  </a:lnTo>
                  <a:lnTo>
                    <a:pt x="2324" y="3819059"/>
                  </a:lnTo>
                  <a:lnTo>
                    <a:pt x="464" y="3817199"/>
                  </a:lnTo>
                  <a:lnTo>
                    <a:pt x="0" y="3816077"/>
                  </a:lnTo>
                  <a:lnTo>
                    <a:pt x="0" y="3813446"/>
                  </a:lnTo>
                  <a:lnTo>
                    <a:pt x="464" y="3812324"/>
                  </a:lnTo>
                  <a:lnTo>
                    <a:pt x="2324" y="3810464"/>
                  </a:lnTo>
                  <a:lnTo>
                    <a:pt x="3447" y="3809999"/>
                  </a:lnTo>
                  <a:lnTo>
                    <a:pt x="6077" y="3809999"/>
                  </a:lnTo>
                  <a:lnTo>
                    <a:pt x="7200" y="3810464"/>
                  </a:lnTo>
                  <a:lnTo>
                    <a:pt x="9060" y="3812324"/>
                  </a:lnTo>
                  <a:lnTo>
                    <a:pt x="9524" y="3813446"/>
                  </a:lnTo>
                  <a:lnTo>
                    <a:pt x="9524" y="3816077"/>
                  </a:lnTo>
                  <a:lnTo>
                    <a:pt x="9060" y="3817199"/>
                  </a:lnTo>
                  <a:lnTo>
                    <a:pt x="7200" y="3819059"/>
                  </a:lnTo>
                  <a:lnTo>
                    <a:pt x="6077" y="3819524"/>
                  </a:lnTo>
                  <a:close/>
                </a:path>
                <a:path w="9525" h="4248150">
                  <a:moveTo>
                    <a:pt x="6077" y="3771899"/>
                  </a:moveTo>
                  <a:lnTo>
                    <a:pt x="3447" y="3771899"/>
                  </a:lnTo>
                  <a:lnTo>
                    <a:pt x="2324" y="3771434"/>
                  </a:lnTo>
                  <a:lnTo>
                    <a:pt x="464" y="3769574"/>
                  </a:lnTo>
                  <a:lnTo>
                    <a:pt x="0" y="3768452"/>
                  </a:lnTo>
                  <a:lnTo>
                    <a:pt x="0" y="3765821"/>
                  </a:lnTo>
                  <a:lnTo>
                    <a:pt x="464" y="3764699"/>
                  </a:lnTo>
                  <a:lnTo>
                    <a:pt x="2324" y="3762839"/>
                  </a:lnTo>
                  <a:lnTo>
                    <a:pt x="3447" y="3762374"/>
                  </a:lnTo>
                  <a:lnTo>
                    <a:pt x="6077" y="3762374"/>
                  </a:lnTo>
                  <a:lnTo>
                    <a:pt x="7200" y="3762839"/>
                  </a:lnTo>
                  <a:lnTo>
                    <a:pt x="9060" y="3764699"/>
                  </a:lnTo>
                  <a:lnTo>
                    <a:pt x="9524" y="3765821"/>
                  </a:lnTo>
                  <a:lnTo>
                    <a:pt x="9524" y="3768452"/>
                  </a:lnTo>
                  <a:lnTo>
                    <a:pt x="9060" y="3769574"/>
                  </a:lnTo>
                  <a:lnTo>
                    <a:pt x="7200" y="3771434"/>
                  </a:lnTo>
                  <a:lnTo>
                    <a:pt x="6077" y="3771899"/>
                  </a:lnTo>
                  <a:close/>
                </a:path>
                <a:path w="9525" h="4248150">
                  <a:moveTo>
                    <a:pt x="6077" y="3724274"/>
                  </a:moveTo>
                  <a:lnTo>
                    <a:pt x="3447" y="3724274"/>
                  </a:lnTo>
                  <a:lnTo>
                    <a:pt x="2324" y="3723809"/>
                  </a:lnTo>
                  <a:lnTo>
                    <a:pt x="464" y="3721949"/>
                  </a:lnTo>
                  <a:lnTo>
                    <a:pt x="0" y="3720827"/>
                  </a:lnTo>
                  <a:lnTo>
                    <a:pt x="0" y="3718196"/>
                  </a:lnTo>
                  <a:lnTo>
                    <a:pt x="464" y="3717074"/>
                  </a:lnTo>
                  <a:lnTo>
                    <a:pt x="2324" y="3715214"/>
                  </a:lnTo>
                  <a:lnTo>
                    <a:pt x="3447" y="3714749"/>
                  </a:lnTo>
                  <a:lnTo>
                    <a:pt x="6077" y="3714749"/>
                  </a:lnTo>
                  <a:lnTo>
                    <a:pt x="7200" y="3715214"/>
                  </a:lnTo>
                  <a:lnTo>
                    <a:pt x="9060" y="3717074"/>
                  </a:lnTo>
                  <a:lnTo>
                    <a:pt x="9524" y="3718196"/>
                  </a:lnTo>
                  <a:lnTo>
                    <a:pt x="9524" y="3720827"/>
                  </a:lnTo>
                  <a:lnTo>
                    <a:pt x="9060" y="3721949"/>
                  </a:lnTo>
                  <a:lnTo>
                    <a:pt x="7200" y="3723809"/>
                  </a:lnTo>
                  <a:lnTo>
                    <a:pt x="6077" y="3724274"/>
                  </a:lnTo>
                  <a:close/>
                </a:path>
                <a:path w="9525" h="4248150">
                  <a:moveTo>
                    <a:pt x="6077" y="3676649"/>
                  </a:moveTo>
                  <a:lnTo>
                    <a:pt x="3447" y="3676649"/>
                  </a:lnTo>
                  <a:lnTo>
                    <a:pt x="2324" y="3676184"/>
                  </a:lnTo>
                  <a:lnTo>
                    <a:pt x="464" y="3674324"/>
                  </a:lnTo>
                  <a:lnTo>
                    <a:pt x="0" y="3673202"/>
                  </a:lnTo>
                  <a:lnTo>
                    <a:pt x="0" y="3670571"/>
                  </a:lnTo>
                  <a:lnTo>
                    <a:pt x="464" y="3669449"/>
                  </a:lnTo>
                  <a:lnTo>
                    <a:pt x="2324" y="3667589"/>
                  </a:lnTo>
                  <a:lnTo>
                    <a:pt x="3447" y="3667124"/>
                  </a:lnTo>
                  <a:lnTo>
                    <a:pt x="6077" y="3667124"/>
                  </a:lnTo>
                  <a:lnTo>
                    <a:pt x="7200" y="3667589"/>
                  </a:lnTo>
                  <a:lnTo>
                    <a:pt x="9060" y="3669449"/>
                  </a:lnTo>
                  <a:lnTo>
                    <a:pt x="9524" y="3670571"/>
                  </a:lnTo>
                  <a:lnTo>
                    <a:pt x="9524" y="3673202"/>
                  </a:lnTo>
                  <a:lnTo>
                    <a:pt x="9060" y="3674324"/>
                  </a:lnTo>
                  <a:lnTo>
                    <a:pt x="7200" y="3676184"/>
                  </a:lnTo>
                  <a:lnTo>
                    <a:pt x="6077" y="3676649"/>
                  </a:lnTo>
                  <a:close/>
                </a:path>
                <a:path w="9525" h="4248150">
                  <a:moveTo>
                    <a:pt x="6077" y="3629024"/>
                  </a:moveTo>
                  <a:lnTo>
                    <a:pt x="3447" y="3629024"/>
                  </a:lnTo>
                  <a:lnTo>
                    <a:pt x="2324" y="3628559"/>
                  </a:lnTo>
                  <a:lnTo>
                    <a:pt x="464" y="3626699"/>
                  </a:lnTo>
                  <a:lnTo>
                    <a:pt x="0" y="3625577"/>
                  </a:lnTo>
                  <a:lnTo>
                    <a:pt x="0" y="3622946"/>
                  </a:lnTo>
                  <a:lnTo>
                    <a:pt x="464" y="3621824"/>
                  </a:lnTo>
                  <a:lnTo>
                    <a:pt x="2324" y="3619964"/>
                  </a:lnTo>
                  <a:lnTo>
                    <a:pt x="3447" y="3619499"/>
                  </a:lnTo>
                  <a:lnTo>
                    <a:pt x="6077" y="3619499"/>
                  </a:lnTo>
                  <a:lnTo>
                    <a:pt x="7200" y="3619964"/>
                  </a:lnTo>
                  <a:lnTo>
                    <a:pt x="9060" y="3621824"/>
                  </a:lnTo>
                  <a:lnTo>
                    <a:pt x="9524" y="3622946"/>
                  </a:lnTo>
                  <a:lnTo>
                    <a:pt x="9524" y="3625577"/>
                  </a:lnTo>
                  <a:lnTo>
                    <a:pt x="9060" y="3626699"/>
                  </a:lnTo>
                  <a:lnTo>
                    <a:pt x="7200" y="3628559"/>
                  </a:lnTo>
                  <a:lnTo>
                    <a:pt x="6077" y="3629024"/>
                  </a:lnTo>
                  <a:close/>
                </a:path>
                <a:path w="9525" h="4248150">
                  <a:moveTo>
                    <a:pt x="6077" y="3581399"/>
                  </a:moveTo>
                  <a:lnTo>
                    <a:pt x="3447" y="3581399"/>
                  </a:lnTo>
                  <a:lnTo>
                    <a:pt x="2324" y="3580934"/>
                  </a:lnTo>
                  <a:lnTo>
                    <a:pt x="464" y="3579074"/>
                  </a:lnTo>
                  <a:lnTo>
                    <a:pt x="0" y="3577952"/>
                  </a:lnTo>
                  <a:lnTo>
                    <a:pt x="0" y="3575321"/>
                  </a:lnTo>
                  <a:lnTo>
                    <a:pt x="464" y="3574199"/>
                  </a:lnTo>
                  <a:lnTo>
                    <a:pt x="2324" y="3572339"/>
                  </a:lnTo>
                  <a:lnTo>
                    <a:pt x="3447" y="3571874"/>
                  </a:lnTo>
                  <a:lnTo>
                    <a:pt x="6077" y="3571874"/>
                  </a:lnTo>
                  <a:lnTo>
                    <a:pt x="7200" y="3572339"/>
                  </a:lnTo>
                  <a:lnTo>
                    <a:pt x="9060" y="3574199"/>
                  </a:lnTo>
                  <a:lnTo>
                    <a:pt x="9524" y="3575321"/>
                  </a:lnTo>
                  <a:lnTo>
                    <a:pt x="9524" y="3577952"/>
                  </a:lnTo>
                  <a:lnTo>
                    <a:pt x="9060" y="3579074"/>
                  </a:lnTo>
                  <a:lnTo>
                    <a:pt x="7200" y="3580934"/>
                  </a:lnTo>
                  <a:lnTo>
                    <a:pt x="6077" y="3581399"/>
                  </a:lnTo>
                  <a:close/>
                </a:path>
                <a:path w="9525" h="4248150">
                  <a:moveTo>
                    <a:pt x="6077" y="3533774"/>
                  </a:moveTo>
                  <a:lnTo>
                    <a:pt x="3447" y="3533774"/>
                  </a:lnTo>
                  <a:lnTo>
                    <a:pt x="2324" y="3533309"/>
                  </a:lnTo>
                  <a:lnTo>
                    <a:pt x="464" y="3531449"/>
                  </a:lnTo>
                  <a:lnTo>
                    <a:pt x="0" y="3530327"/>
                  </a:lnTo>
                  <a:lnTo>
                    <a:pt x="0" y="3527696"/>
                  </a:lnTo>
                  <a:lnTo>
                    <a:pt x="464" y="3526574"/>
                  </a:lnTo>
                  <a:lnTo>
                    <a:pt x="2324" y="3524714"/>
                  </a:lnTo>
                  <a:lnTo>
                    <a:pt x="3447" y="3524249"/>
                  </a:lnTo>
                  <a:lnTo>
                    <a:pt x="6077" y="3524249"/>
                  </a:lnTo>
                  <a:lnTo>
                    <a:pt x="7200" y="3524714"/>
                  </a:lnTo>
                  <a:lnTo>
                    <a:pt x="9060" y="3526574"/>
                  </a:lnTo>
                  <a:lnTo>
                    <a:pt x="9524" y="3527696"/>
                  </a:lnTo>
                  <a:lnTo>
                    <a:pt x="9524" y="3530327"/>
                  </a:lnTo>
                  <a:lnTo>
                    <a:pt x="9060" y="3531449"/>
                  </a:lnTo>
                  <a:lnTo>
                    <a:pt x="7200" y="3533309"/>
                  </a:lnTo>
                  <a:lnTo>
                    <a:pt x="6077" y="3533774"/>
                  </a:lnTo>
                  <a:close/>
                </a:path>
                <a:path w="9525" h="4248150">
                  <a:moveTo>
                    <a:pt x="6077" y="3486149"/>
                  </a:moveTo>
                  <a:lnTo>
                    <a:pt x="3447" y="3486149"/>
                  </a:lnTo>
                  <a:lnTo>
                    <a:pt x="2324" y="3485684"/>
                  </a:lnTo>
                  <a:lnTo>
                    <a:pt x="464" y="3483824"/>
                  </a:lnTo>
                  <a:lnTo>
                    <a:pt x="0" y="3482702"/>
                  </a:lnTo>
                  <a:lnTo>
                    <a:pt x="0" y="3480071"/>
                  </a:lnTo>
                  <a:lnTo>
                    <a:pt x="464" y="3478949"/>
                  </a:lnTo>
                  <a:lnTo>
                    <a:pt x="2324" y="3477089"/>
                  </a:lnTo>
                  <a:lnTo>
                    <a:pt x="3447" y="3476624"/>
                  </a:lnTo>
                  <a:lnTo>
                    <a:pt x="6077" y="3476624"/>
                  </a:lnTo>
                  <a:lnTo>
                    <a:pt x="7200" y="3477089"/>
                  </a:lnTo>
                  <a:lnTo>
                    <a:pt x="9060" y="3478949"/>
                  </a:lnTo>
                  <a:lnTo>
                    <a:pt x="9524" y="3480071"/>
                  </a:lnTo>
                  <a:lnTo>
                    <a:pt x="9524" y="3482702"/>
                  </a:lnTo>
                  <a:lnTo>
                    <a:pt x="9060" y="3483824"/>
                  </a:lnTo>
                  <a:lnTo>
                    <a:pt x="7200" y="3485684"/>
                  </a:lnTo>
                  <a:lnTo>
                    <a:pt x="6077" y="3486149"/>
                  </a:lnTo>
                  <a:close/>
                </a:path>
                <a:path w="9525" h="4248150">
                  <a:moveTo>
                    <a:pt x="6077" y="3438524"/>
                  </a:moveTo>
                  <a:lnTo>
                    <a:pt x="3447" y="3438524"/>
                  </a:lnTo>
                  <a:lnTo>
                    <a:pt x="2324" y="3438059"/>
                  </a:lnTo>
                  <a:lnTo>
                    <a:pt x="464" y="3436199"/>
                  </a:lnTo>
                  <a:lnTo>
                    <a:pt x="0" y="3435077"/>
                  </a:lnTo>
                  <a:lnTo>
                    <a:pt x="0" y="3432446"/>
                  </a:lnTo>
                  <a:lnTo>
                    <a:pt x="464" y="3431324"/>
                  </a:lnTo>
                  <a:lnTo>
                    <a:pt x="2324" y="3429464"/>
                  </a:lnTo>
                  <a:lnTo>
                    <a:pt x="3447" y="3428999"/>
                  </a:lnTo>
                  <a:lnTo>
                    <a:pt x="6077" y="3428999"/>
                  </a:lnTo>
                  <a:lnTo>
                    <a:pt x="7200" y="3429464"/>
                  </a:lnTo>
                  <a:lnTo>
                    <a:pt x="9060" y="3431324"/>
                  </a:lnTo>
                  <a:lnTo>
                    <a:pt x="9524" y="3432446"/>
                  </a:lnTo>
                  <a:lnTo>
                    <a:pt x="9524" y="3435077"/>
                  </a:lnTo>
                  <a:lnTo>
                    <a:pt x="9060" y="3436199"/>
                  </a:lnTo>
                  <a:lnTo>
                    <a:pt x="7200" y="3438059"/>
                  </a:lnTo>
                  <a:lnTo>
                    <a:pt x="6077" y="3438524"/>
                  </a:lnTo>
                  <a:close/>
                </a:path>
                <a:path w="9525" h="4248150">
                  <a:moveTo>
                    <a:pt x="6077" y="3390899"/>
                  </a:moveTo>
                  <a:lnTo>
                    <a:pt x="3447" y="3390899"/>
                  </a:lnTo>
                  <a:lnTo>
                    <a:pt x="2324" y="3390434"/>
                  </a:lnTo>
                  <a:lnTo>
                    <a:pt x="464" y="3388574"/>
                  </a:lnTo>
                  <a:lnTo>
                    <a:pt x="0" y="3387452"/>
                  </a:lnTo>
                  <a:lnTo>
                    <a:pt x="0" y="3384821"/>
                  </a:lnTo>
                  <a:lnTo>
                    <a:pt x="464" y="3383699"/>
                  </a:lnTo>
                  <a:lnTo>
                    <a:pt x="2324" y="3381839"/>
                  </a:lnTo>
                  <a:lnTo>
                    <a:pt x="3447" y="3381374"/>
                  </a:lnTo>
                  <a:lnTo>
                    <a:pt x="6077" y="3381374"/>
                  </a:lnTo>
                  <a:lnTo>
                    <a:pt x="7200" y="3381839"/>
                  </a:lnTo>
                  <a:lnTo>
                    <a:pt x="9060" y="3383699"/>
                  </a:lnTo>
                  <a:lnTo>
                    <a:pt x="9524" y="3384821"/>
                  </a:lnTo>
                  <a:lnTo>
                    <a:pt x="9524" y="3387452"/>
                  </a:lnTo>
                  <a:lnTo>
                    <a:pt x="9060" y="3388574"/>
                  </a:lnTo>
                  <a:lnTo>
                    <a:pt x="7200" y="3390434"/>
                  </a:lnTo>
                  <a:lnTo>
                    <a:pt x="6077" y="3390899"/>
                  </a:lnTo>
                  <a:close/>
                </a:path>
                <a:path w="9525" h="4248150">
                  <a:moveTo>
                    <a:pt x="6077" y="3343274"/>
                  </a:moveTo>
                  <a:lnTo>
                    <a:pt x="3447" y="3343274"/>
                  </a:lnTo>
                  <a:lnTo>
                    <a:pt x="2324" y="3342809"/>
                  </a:lnTo>
                  <a:lnTo>
                    <a:pt x="464" y="3340949"/>
                  </a:lnTo>
                  <a:lnTo>
                    <a:pt x="0" y="3339827"/>
                  </a:lnTo>
                  <a:lnTo>
                    <a:pt x="0" y="3337197"/>
                  </a:lnTo>
                  <a:lnTo>
                    <a:pt x="464" y="3336074"/>
                  </a:lnTo>
                  <a:lnTo>
                    <a:pt x="2324" y="3334214"/>
                  </a:lnTo>
                  <a:lnTo>
                    <a:pt x="3447" y="3333749"/>
                  </a:lnTo>
                  <a:lnTo>
                    <a:pt x="6077" y="3333749"/>
                  </a:lnTo>
                  <a:lnTo>
                    <a:pt x="7200" y="3334214"/>
                  </a:lnTo>
                  <a:lnTo>
                    <a:pt x="9060" y="3336074"/>
                  </a:lnTo>
                  <a:lnTo>
                    <a:pt x="9524" y="3337197"/>
                  </a:lnTo>
                  <a:lnTo>
                    <a:pt x="9524" y="3339827"/>
                  </a:lnTo>
                  <a:lnTo>
                    <a:pt x="9060" y="3340949"/>
                  </a:lnTo>
                  <a:lnTo>
                    <a:pt x="7200" y="3342809"/>
                  </a:lnTo>
                  <a:lnTo>
                    <a:pt x="6077" y="3343274"/>
                  </a:lnTo>
                  <a:close/>
                </a:path>
                <a:path w="9525" h="4248150">
                  <a:moveTo>
                    <a:pt x="6077" y="3295649"/>
                  </a:moveTo>
                  <a:lnTo>
                    <a:pt x="3447" y="3295649"/>
                  </a:lnTo>
                  <a:lnTo>
                    <a:pt x="2324" y="3295184"/>
                  </a:lnTo>
                  <a:lnTo>
                    <a:pt x="464" y="3293324"/>
                  </a:lnTo>
                  <a:lnTo>
                    <a:pt x="0" y="3292202"/>
                  </a:lnTo>
                  <a:lnTo>
                    <a:pt x="0" y="3289571"/>
                  </a:lnTo>
                  <a:lnTo>
                    <a:pt x="464" y="3288449"/>
                  </a:lnTo>
                  <a:lnTo>
                    <a:pt x="2324" y="3286589"/>
                  </a:lnTo>
                  <a:lnTo>
                    <a:pt x="3447" y="3286124"/>
                  </a:lnTo>
                  <a:lnTo>
                    <a:pt x="6077" y="3286124"/>
                  </a:lnTo>
                  <a:lnTo>
                    <a:pt x="7200" y="3286589"/>
                  </a:lnTo>
                  <a:lnTo>
                    <a:pt x="9060" y="3288449"/>
                  </a:lnTo>
                  <a:lnTo>
                    <a:pt x="9524" y="3289571"/>
                  </a:lnTo>
                  <a:lnTo>
                    <a:pt x="9524" y="3292202"/>
                  </a:lnTo>
                  <a:lnTo>
                    <a:pt x="9060" y="3293324"/>
                  </a:lnTo>
                  <a:lnTo>
                    <a:pt x="7200" y="3295184"/>
                  </a:lnTo>
                  <a:lnTo>
                    <a:pt x="6077" y="3295649"/>
                  </a:lnTo>
                  <a:close/>
                </a:path>
                <a:path w="9525" h="4248150">
                  <a:moveTo>
                    <a:pt x="6077" y="3248024"/>
                  </a:moveTo>
                  <a:lnTo>
                    <a:pt x="3447" y="3248024"/>
                  </a:lnTo>
                  <a:lnTo>
                    <a:pt x="2324" y="3247559"/>
                  </a:lnTo>
                  <a:lnTo>
                    <a:pt x="464" y="3245699"/>
                  </a:lnTo>
                  <a:lnTo>
                    <a:pt x="0" y="3244577"/>
                  </a:lnTo>
                  <a:lnTo>
                    <a:pt x="0" y="3241946"/>
                  </a:lnTo>
                  <a:lnTo>
                    <a:pt x="464" y="3240824"/>
                  </a:lnTo>
                  <a:lnTo>
                    <a:pt x="2324" y="3238964"/>
                  </a:lnTo>
                  <a:lnTo>
                    <a:pt x="3447" y="3238499"/>
                  </a:lnTo>
                  <a:lnTo>
                    <a:pt x="6077" y="3238499"/>
                  </a:lnTo>
                  <a:lnTo>
                    <a:pt x="7200" y="3238964"/>
                  </a:lnTo>
                  <a:lnTo>
                    <a:pt x="9060" y="3240824"/>
                  </a:lnTo>
                  <a:lnTo>
                    <a:pt x="9524" y="3241946"/>
                  </a:lnTo>
                  <a:lnTo>
                    <a:pt x="9524" y="3244577"/>
                  </a:lnTo>
                  <a:lnTo>
                    <a:pt x="9060" y="3245699"/>
                  </a:lnTo>
                  <a:lnTo>
                    <a:pt x="7200" y="3247559"/>
                  </a:lnTo>
                  <a:lnTo>
                    <a:pt x="6077" y="3248024"/>
                  </a:lnTo>
                  <a:close/>
                </a:path>
                <a:path w="9525" h="4248150">
                  <a:moveTo>
                    <a:pt x="6077" y="3200399"/>
                  </a:moveTo>
                  <a:lnTo>
                    <a:pt x="3447" y="3200399"/>
                  </a:lnTo>
                  <a:lnTo>
                    <a:pt x="2324" y="3199934"/>
                  </a:lnTo>
                  <a:lnTo>
                    <a:pt x="464" y="3198074"/>
                  </a:lnTo>
                  <a:lnTo>
                    <a:pt x="0" y="3196952"/>
                  </a:lnTo>
                  <a:lnTo>
                    <a:pt x="0" y="3194321"/>
                  </a:lnTo>
                  <a:lnTo>
                    <a:pt x="464" y="3193199"/>
                  </a:lnTo>
                  <a:lnTo>
                    <a:pt x="2324" y="3191339"/>
                  </a:lnTo>
                  <a:lnTo>
                    <a:pt x="3447" y="3190874"/>
                  </a:lnTo>
                  <a:lnTo>
                    <a:pt x="6077" y="3190874"/>
                  </a:lnTo>
                  <a:lnTo>
                    <a:pt x="7200" y="3191339"/>
                  </a:lnTo>
                  <a:lnTo>
                    <a:pt x="9060" y="3193199"/>
                  </a:lnTo>
                  <a:lnTo>
                    <a:pt x="9524" y="3194321"/>
                  </a:lnTo>
                  <a:lnTo>
                    <a:pt x="9524" y="3196952"/>
                  </a:lnTo>
                  <a:lnTo>
                    <a:pt x="9060" y="3198074"/>
                  </a:lnTo>
                  <a:lnTo>
                    <a:pt x="7200" y="3199934"/>
                  </a:lnTo>
                  <a:lnTo>
                    <a:pt x="6077" y="3200399"/>
                  </a:lnTo>
                  <a:close/>
                </a:path>
                <a:path w="9525" h="4248150">
                  <a:moveTo>
                    <a:pt x="6077" y="3152774"/>
                  </a:moveTo>
                  <a:lnTo>
                    <a:pt x="3447" y="3152774"/>
                  </a:lnTo>
                  <a:lnTo>
                    <a:pt x="2324" y="3152309"/>
                  </a:lnTo>
                  <a:lnTo>
                    <a:pt x="464" y="3150449"/>
                  </a:lnTo>
                  <a:lnTo>
                    <a:pt x="0" y="3149327"/>
                  </a:lnTo>
                  <a:lnTo>
                    <a:pt x="0" y="3146696"/>
                  </a:lnTo>
                  <a:lnTo>
                    <a:pt x="464" y="3145574"/>
                  </a:lnTo>
                  <a:lnTo>
                    <a:pt x="2324" y="3143714"/>
                  </a:lnTo>
                  <a:lnTo>
                    <a:pt x="3447" y="3143249"/>
                  </a:lnTo>
                  <a:lnTo>
                    <a:pt x="6077" y="3143249"/>
                  </a:lnTo>
                  <a:lnTo>
                    <a:pt x="7200" y="3143714"/>
                  </a:lnTo>
                  <a:lnTo>
                    <a:pt x="9060" y="3145574"/>
                  </a:lnTo>
                  <a:lnTo>
                    <a:pt x="9524" y="3146696"/>
                  </a:lnTo>
                  <a:lnTo>
                    <a:pt x="9524" y="3149327"/>
                  </a:lnTo>
                  <a:lnTo>
                    <a:pt x="9060" y="3150449"/>
                  </a:lnTo>
                  <a:lnTo>
                    <a:pt x="7200" y="3152309"/>
                  </a:lnTo>
                  <a:lnTo>
                    <a:pt x="6077" y="3152774"/>
                  </a:lnTo>
                  <a:close/>
                </a:path>
                <a:path w="9525" h="4248150">
                  <a:moveTo>
                    <a:pt x="6077" y="3105149"/>
                  </a:moveTo>
                  <a:lnTo>
                    <a:pt x="3447" y="3105149"/>
                  </a:lnTo>
                  <a:lnTo>
                    <a:pt x="2324" y="3104684"/>
                  </a:lnTo>
                  <a:lnTo>
                    <a:pt x="464" y="3102824"/>
                  </a:lnTo>
                  <a:lnTo>
                    <a:pt x="0" y="3101702"/>
                  </a:lnTo>
                  <a:lnTo>
                    <a:pt x="0" y="3099072"/>
                  </a:lnTo>
                  <a:lnTo>
                    <a:pt x="464" y="3097949"/>
                  </a:lnTo>
                  <a:lnTo>
                    <a:pt x="2324" y="3096089"/>
                  </a:lnTo>
                  <a:lnTo>
                    <a:pt x="3447" y="3095624"/>
                  </a:lnTo>
                  <a:lnTo>
                    <a:pt x="6077" y="3095624"/>
                  </a:lnTo>
                  <a:lnTo>
                    <a:pt x="7200" y="3096089"/>
                  </a:lnTo>
                  <a:lnTo>
                    <a:pt x="9060" y="3097949"/>
                  </a:lnTo>
                  <a:lnTo>
                    <a:pt x="9524" y="3099072"/>
                  </a:lnTo>
                  <a:lnTo>
                    <a:pt x="9524" y="3101702"/>
                  </a:lnTo>
                  <a:lnTo>
                    <a:pt x="9060" y="3102824"/>
                  </a:lnTo>
                  <a:lnTo>
                    <a:pt x="7200" y="3104684"/>
                  </a:lnTo>
                  <a:lnTo>
                    <a:pt x="6077" y="3105149"/>
                  </a:lnTo>
                  <a:close/>
                </a:path>
                <a:path w="9525" h="4248150">
                  <a:moveTo>
                    <a:pt x="6077" y="3057524"/>
                  </a:moveTo>
                  <a:lnTo>
                    <a:pt x="3447" y="3057524"/>
                  </a:lnTo>
                  <a:lnTo>
                    <a:pt x="2324" y="3057059"/>
                  </a:lnTo>
                  <a:lnTo>
                    <a:pt x="464" y="3055199"/>
                  </a:lnTo>
                  <a:lnTo>
                    <a:pt x="0" y="3054077"/>
                  </a:lnTo>
                  <a:lnTo>
                    <a:pt x="0" y="3051446"/>
                  </a:lnTo>
                  <a:lnTo>
                    <a:pt x="464" y="3050324"/>
                  </a:lnTo>
                  <a:lnTo>
                    <a:pt x="2324" y="3048464"/>
                  </a:lnTo>
                  <a:lnTo>
                    <a:pt x="3447" y="3047999"/>
                  </a:lnTo>
                  <a:lnTo>
                    <a:pt x="6077" y="3047999"/>
                  </a:lnTo>
                  <a:lnTo>
                    <a:pt x="7200" y="3048464"/>
                  </a:lnTo>
                  <a:lnTo>
                    <a:pt x="9060" y="3050324"/>
                  </a:lnTo>
                  <a:lnTo>
                    <a:pt x="9524" y="3051446"/>
                  </a:lnTo>
                  <a:lnTo>
                    <a:pt x="9524" y="3054077"/>
                  </a:lnTo>
                  <a:lnTo>
                    <a:pt x="9060" y="3055199"/>
                  </a:lnTo>
                  <a:lnTo>
                    <a:pt x="7200" y="3057059"/>
                  </a:lnTo>
                  <a:lnTo>
                    <a:pt x="6077" y="3057524"/>
                  </a:lnTo>
                  <a:close/>
                </a:path>
                <a:path w="9525" h="4248150">
                  <a:moveTo>
                    <a:pt x="6077" y="3009899"/>
                  </a:moveTo>
                  <a:lnTo>
                    <a:pt x="3447" y="3009899"/>
                  </a:lnTo>
                  <a:lnTo>
                    <a:pt x="2324" y="3009434"/>
                  </a:lnTo>
                  <a:lnTo>
                    <a:pt x="464" y="3007574"/>
                  </a:lnTo>
                  <a:lnTo>
                    <a:pt x="0" y="3006452"/>
                  </a:lnTo>
                  <a:lnTo>
                    <a:pt x="0" y="3003822"/>
                  </a:lnTo>
                  <a:lnTo>
                    <a:pt x="464" y="3002699"/>
                  </a:lnTo>
                  <a:lnTo>
                    <a:pt x="2324" y="3000839"/>
                  </a:lnTo>
                  <a:lnTo>
                    <a:pt x="3447" y="3000374"/>
                  </a:lnTo>
                  <a:lnTo>
                    <a:pt x="6077" y="3000374"/>
                  </a:lnTo>
                  <a:lnTo>
                    <a:pt x="7200" y="3000839"/>
                  </a:lnTo>
                  <a:lnTo>
                    <a:pt x="9060" y="3002699"/>
                  </a:lnTo>
                  <a:lnTo>
                    <a:pt x="9524" y="3003822"/>
                  </a:lnTo>
                  <a:lnTo>
                    <a:pt x="9524" y="3006452"/>
                  </a:lnTo>
                  <a:lnTo>
                    <a:pt x="9060" y="3007574"/>
                  </a:lnTo>
                  <a:lnTo>
                    <a:pt x="7200" y="3009434"/>
                  </a:lnTo>
                  <a:lnTo>
                    <a:pt x="6077" y="3009899"/>
                  </a:lnTo>
                  <a:close/>
                </a:path>
                <a:path w="9525" h="4248150">
                  <a:moveTo>
                    <a:pt x="6077" y="2962274"/>
                  </a:moveTo>
                  <a:lnTo>
                    <a:pt x="3447" y="2962274"/>
                  </a:lnTo>
                  <a:lnTo>
                    <a:pt x="2324" y="2961809"/>
                  </a:lnTo>
                  <a:lnTo>
                    <a:pt x="464" y="2959949"/>
                  </a:lnTo>
                  <a:lnTo>
                    <a:pt x="0" y="2958827"/>
                  </a:lnTo>
                  <a:lnTo>
                    <a:pt x="0" y="2956197"/>
                  </a:lnTo>
                  <a:lnTo>
                    <a:pt x="464" y="2955074"/>
                  </a:lnTo>
                  <a:lnTo>
                    <a:pt x="2324" y="2953214"/>
                  </a:lnTo>
                  <a:lnTo>
                    <a:pt x="3447" y="2952749"/>
                  </a:lnTo>
                  <a:lnTo>
                    <a:pt x="6077" y="2952749"/>
                  </a:lnTo>
                  <a:lnTo>
                    <a:pt x="7200" y="2953214"/>
                  </a:lnTo>
                  <a:lnTo>
                    <a:pt x="9060" y="2955074"/>
                  </a:lnTo>
                  <a:lnTo>
                    <a:pt x="9524" y="2956197"/>
                  </a:lnTo>
                  <a:lnTo>
                    <a:pt x="9524" y="2958827"/>
                  </a:lnTo>
                  <a:lnTo>
                    <a:pt x="9060" y="2959949"/>
                  </a:lnTo>
                  <a:lnTo>
                    <a:pt x="7200" y="2961809"/>
                  </a:lnTo>
                  <a:lnTo>
                    <a:pt x="6077" y="2962274"/>
                  </a:lnTo>
                  <a:close/>
                </a:path>
                <a:path w="9525" h="4248150">
                  <a:moveTo>
                    <a:pt x="6077" y="2914649"/>
                  </a:moveTo>
                  <a:lnTo>
                    <a:pt x="3447" y="2914649"/>
                  </a:lnTo>
                  <a:lnTo>
                    <a:pt x="2324" y="2914184"/>
                  </a:lnTo>
                  <a:lnTo>
                    <a:pt x="464" y="2912324"/>
                  </a:lnTo>
                  <a:lnTo>
                    <a:pt x="0" y="2911202"/>
                  </a:lnTo>
                  <a:lnTo>
                    <a:pt x="0" y="2908571"/>
                  </a:lnTo>
                  <a:lnTo>
                    <a:pt x="464" y="2907449"/>
                  </a:lnTo>
                  <a:lnTo>
                    <a:pt x="2324" y="2905589"/>
                  </a:lnTo>
                  <a:lnTo>
                    <a:pt x="3447" y="2905124"/>
                  </a:lnTo>
                  <a:lnTo>
                    <a:pt x="6077" y="2905124"/>
                  </a:lnTo>
                  <a:lnTo>
                    <a:pt x="7200" y="2905589"/>
                  </a:lnTo>
                  <a:lnTo>
                    <a:pt x="9060" y="2907449"/>
                  </a:lnTo>
                  <a:lnTo>
                    <a:pt x="9524" y="2908571"/>
                  </a:lnTo>
                  <a:lnTo>
                    <a:pt x="9524" y="2911202"/>
                  </a:lnTo>
                  <a:lnTo>
                    <a:pt x="9060" y="2912324"/>
                  </a:lnTo>
                  <a:lnTo>
                    <a:pt x="7200" y="2914184"/>
                  </a:lnTo>
                  <a:lnTo>
                    <a:pt x="6077" y="2914649"/>
                  </a:lnTo>
                  <a:close/>
                </a:path>
                <a:path w="9525" h="4248150">
                  <a:moveTo>
                    <a:pt x="6077" y="2867024"/>
                  </a:moveTo>
                  <a:lnTo>
                    <a:pt x="3447" y="2867024"/>
                  </a:lnTo>
                  <a:lnTo>
                    <a:pt x="2324" y="2866559"/>
                  </a:lnTo>
                  <a:lnTo>
                    <a:pt x="464" y="2864699"/>
                  </a:lnTo>
                  <a:lnTo>
                    <a:pt x="0" y="2863577"/>
                  </a:lnTo>
                  <a:lnTo>
                    <a:pt x="0" y="2860947"/>
                  </a:lnTo>
                  <a:lnTo>
                    <a:pt x="464" y="2859824"/>
                  </a:lnTo>
                  <a:lnTo>
                    <a:pt x="2324" y="2857964"/>
                  </a:lnTo>
                  <a:lnTo>
                    <a:pt x="3447" y="2857499"/>
                  </a:lnTo>
                  <a:lnTo>
                    <a:pt x="6077" y="2857499"/>
                  </a:lnTo>
                  <a:lnTo>
                    <a:pt x="7200" y="2857964"/>
                  </a:lnTo>
                  <a:lnTo>
                    <a:pt x="9060" y="2859824"/>
                  </a:lnTo>
                  <a:lnTo>
                    <a:pt x="9524" y="2860947"/>
                  </a:lnTo>
                  <a:lnTo>
                    <a:pt x="9524" y="2863577"/>
                  </a:lnTo>
                  <a:lnTo>
                    <a:pt x="9060" y="2864699"/>
                  </a:lnTo>
                  <a:lnTo>
                    <a:pt x="7200" y="2866559"/>
                  </a:lnTo>
                  <a:lnTo>
                    <a:pt x="6077" y="2867024"/>
                  </a:lnTo>
                  <a:close/>
                </a:path>
                <a:path w="9525" h="4248150">
                  <a:moveTo>
                    <a:pt x="6077" y="2819399"/>
                  </a:moveTo>
                  <a:lnTo>
                    <a:pt x="3447" y="2819399"/>
                  </a:lnTo>
                  <a:lnTo>
                    <a:pt x="2324" y="2818934"/>
                  </a:lnTo>
                  <a:lnTo>
                    <a:pt x="464" y="2817074"/>
                  </a:lnTo>
                  <a:lnTo>
                    <a:pt x="0" y="2815952"/>
                  </a:lnTo>
                  <a:lnTo>
                    <a:pt x="0" y="2813322"/>
                  </a:lnTo>
                  <a:lnTo>
                    <a:pt x="464" y="2812199"/>
                  </a:lnTo>
                  <a:lnTo>
                    <a:pt x="2324" y="2810339"/>
                  </a:lnTo>
                  <a:lnTo>
                    <a:pt x="3447" y="2809874"/>
                  </a:lnTo>
                  <a:lnTo>
                    <a:pt x="6077" y="2809874"/>
                  </a:lnTo>
                  <a:lnTo>
                    <a:pt x="7200" y="2810339"/>
                  </a:lnTo>
                  <a:lnTo>
                    <a:pt x="9060" y="2812199"/>
                  </a:lnTo>
                  <a:lnTo>
                    <a:pt x="9524" y="2813322"/>
                  </a:lnTo>
                  <a:lnTo>
                    <a:pt x="9524" y="2815952"/>
                  </a:lnTo>
                  <a:lnTo>
                    <a:pt x="9060" y="2817074"/>
                  </a:lnTo>
                  <a:lnTo>
                    <a:pt x="7200" y="2818934"/>
                  </a:lnTo>
                  <a:lnTo>
                    <a:pt x="6077" y="2819399"/>
                  </a:lnTo>
                  <a:close/>
                </a:path>
                <a:path w="9525" h="4248150">
                  <a:moveTo>
                    <a:pt x="6077" y="2771774"/>
                  </a:moveTo>
                  <a:lnTo>
                    <a:pt x="3447" y="2771774"/>
                  </a:lnTo>
                  <a:lnTo>
                    <a:pt x="2324" y="2771309"/>
                  </a:lnTo>
                  <a:lnTo>
                    <a:pt x="464" y="2769449"/>
                  </a:lnTo>
                  <a:lnTo>
                    <a:pt x="0" y="2768327"/>
                  </a:lnTo>
                  <a:lnTo>
                    <a:pt x="0" y="2765697"/>
                  </a:lnTo>
                  <a:lnTo>
                    <a:pt x="464" y="2764574"/>
                  </a:lnTo>
                  <a:lnTo>
                    <a:pt x="2324" y="2762714"/>
                  </a:lnTo>
                  <a:lnTo>
                    <a:pt x="3447" y="2762249"/>
                  </a:lnTo>
                  <a:lnTo>
                    <a:pt x="6077" y="2762249"/>
                  </a:lnTo>
                  <a:lnTo>
                    <a:pt x="7200" y="2762714"/>
                  </a:lnTo>
                  <a:lnTo>
                    <a:pt x="9060" y="2764574"/>
                  </a:lnTo>
                  <a:lnTo>
                    <a:pt x="9524" y="2765697"/>
                  </a:lnTo>
                  <a:lnTo>
                    <a:pt x="9524" y="2768327"/>
                  </a:lnTo>
                  <a:lnTo>
                    <a:pt x="9060" y="2769449"/>
                  </a:lnTo>
                  <a:lnTo>
                    <a:pt x="7200" y="2771309"/>
                  </a:lnTo>
                  <a:lnTo>
                    <a:pt x="6077" y="2771774"/>
                  </a:lnTo>
                  <a:close/>
                </a:path>
                <a:path w="9525" h="4248150">
                  <a:moveTo>
                    <a:pt x="6077" y="2724149"/>
                  </a:moveTo>
                  <a:lnTo>
                    <a:pt x="3447" y="2724149"/>
                  </a:lnTo>
                  <a:lnTo>
                    <a:pt x="2324" y="2723684"/>
                  </a:lnTo>
                  <a:lnTo>
                    <a:pt x="464" y="2721824"/>
                  </a:lnTo>
                  <a:lnTo>
                    <a:pt x="0" y="2720702"/>
                  </a:lnTo>
                  <a:lnTo>
                    <a:pt x="0" y="2718072"/>
                  </a:lnTo>
                  <a:lnTo>
                    <a:pt x="464" y="2716949"/>
                  </a:lnTo>
                  <a:lnTo>
                    <a:pt x="2324" y="2715089"/>
                  </a:lnTo>
                  <a:lnTo>
                    <a:pt x="3447" y="2714624"/>
                  </a:lnTo>
                  <a:lnTo>
                    <a:pt x="6077" y="2714624"/>
                  </a:lnTo>
                  <a:lnTo>
                    <a:pt x="7200" y="2715089"/>
                  </a:lnTo>
                  <a:lnTo>
                    <a:pt x="9060" y="2716949"/>
                  </a:lnTo>
                  <a:lnTo>
                    <a:pt x="9524" y="2718072"/>
                  </a:lnTo>
                  <a:lnTo>
                    <a:pt x="9524" y="2720702"/>
                  </a:lnTo>
                  <a:lnTo>
                    <a:pt x="9060" y="2721824"/>
                  </a:lnTo>
                  <a:lnTo>
                    <a:pt x="7200" y="2723684"/>
                  </a:lnTo>
                  <a:lnTo>
                    <a:pt x="6077" y="2724149"/>
                  </a:lnTo>
                  <a:close/>
                </a:path>
                <a:path w="9525" h="4248150">
                  <a:moveTo>
                    <a:pt x="6077" y="2676524"/>
                  </a:moveTo>
                  <a:lnTo>
                    <a:pt x="3447" y="2676524"/>
                  </a:lnTo>
                  <a:lnTo>
                    <a:pt x="2324" y="2676059"/>
                  </a:lnTo>
                  <a:lnTo>
                    <a:pt x="464" y="2674199"/>
                  </a:lnTo>
                  <a:lnTo>
                    <a:pt x="0" y="2673077"/>
                  </a:lnTo>
                  <a:lnTo>
                    <a:pt x="0" y="2670446"/>
                  </a:lnTo>
                  <a:lnTo>
                    <a:pt x="464" y="2669324"/>
                  </a:lnTo>
                  <a:lnTo>
                    <a:pt x="2324" y="2667464"/>
                  </a:lnTo>
                  <a:lnTo>
                    <a:pt x="3447" y="2666999"/>
                  </a:lnTo>
                  <a:lnTo>
                    <a:pt x="6077" y="2666999"/>
                  </a:lnTo>
                  <a:lnTo>
                    <a:pt x="7200" y="2667464"/>
                  </a:lnTo>
                  <a:lnTo>
                    <a:pt x="9060" y="2669324"/>
                  </a:lnTo>
                  <a:lnTo>
                    <a:pt x="9524" y="2670446"/>
                  </a:lnTo>
                  <a:lnTo>
                    <a:pt x="9524" y="2673077"/>
                  </a:lnTo>
                  <a:lnTo>
                    <a:pt x="9060" y="2674199"/>
                  </a:lnTo>
                  <a:lnTo>
                    <a:pt x="7200" y="2676059"/>
                  </a:lnTo>
                  <a:lnTo>
                    <a:pt x="6077" y="2676524"/>
                  </a:lnTo>
                  <a:close/>
                </a:path>
                <a:path w="9525" h="4248150">
                  <a:moveTo>
                    <a:pt x="6077" y="2628899"/>
                  </a:moveTo>
                  <a:lnTo>
                    <a:pt x="3447" y="2628899"/>
                  </a:lnTo>
                  <a:lnTo>
                    <a:pt x="2324" y="2628434"/>
                  </a:lnTo>
                  <a:lnTo>
                    <a:pt x="464" y="2626574"/>
                  </a:lnTo>
                  <a:lnTo>
                    <a:pt x="0" y="2625452"/>
                  </a:lnTo>
                  <a:lnTo>
                    <a:pt x="0" y="2622822"/>
                  </a:lnTo>
                  <a:lnTo>
                    <a:pt x="464" y="2621699"/>
                  </a:lnTo>
                  <a:lnTo>
                    <a:pt x="2324" y="2619839"/>
                  </a:lnTo>
                  <a:lnTo>
                    <a:pt x="3447" y="2619374"/>
                  </a:lnTo>
                  <a:lnTo>
                    <a:pt x="6077" y="2619374"/>
                  </a:lnTo>
                  <a:lnTo>
                    <a:pt x="7200" y="2619839"/>
                  </a:lnTo>
                  <a:lnTo>
                    <a:pt x="9060" y="2621699"/>
                  </a:lnTo>
                  <a:lnTo>
                    <a:pt x="9524" y="2622822"/>
                  </a:lnTo>
                  <a:lnTo>
                    <a:pt x="9524" y="2625452"/>
                  </a:lnTo>
                  <a:lnTo>
                    <a:pt x="9060" y="2626574"/>
                  </a:lnTo>
                  <a:lnTo>
                    <a:pt x="7200" y="2628434"/>
                  </a:lnTo>
                  <a:lnTo>
                    <a:pt x="6077" y="2628899"/>
                  </a:lnTo>
                  <a:close/>
                </a:path>
                <a:path w="9525" h="4248150">
                  <a:moveTo>
                    <a:pt x="6077" y="2581274"/>
                  </a:moveTo>
                  <a:lnTo>
                    <a:pt x="3447" y="2581274"/>
                  </a:lnTo>
                  <a:lnTo>
                    <a:pt x="2324" y="2580809"/>
                  </a:lnTo>
                  <a:lnTo>
                    <a:pt x="464" y="2578949"/>
                  </a:lnTo>
                  <a:lnTo>
                    <a:pt x="0" y="2577827"/>
                  </a:lnTo>
                  <a:lnTo>
                    <a:pt x="0" y="2575197"/>
                  </a:lnTo>
                  <a:lnTo>
                    <a:pt x="464" y="2574074"/>
                  </a:lnTo>
                  <a:lnTo>
                    <a:pt x="2324" y="2572214"/>
                  </a:lnTo>
                  <a:lnTo>
                    <a:pt x="3447" y="2571749"/>
                  </a:lnTo>
                  <a:lnTo>
                    <a:pt x="6077" y="2571749"/>
                  </a:lnTo>
                  <a:lnTo>
                    <a:pt x="7200" y="2572214"/>
                  </a:lnTo>
                  <a:lnTo>
                    <a:pt x="9060" y="2574074"/>
                  </a:lnTo>
                  <a:lnTo>
                    <a:pt x="9524" y="2575197"/>
                  </a:lnTo>
                  <a:lnTo>
                    <a:pt x="9524" y="2577827"/>
                  </a:lnTo>
                  <a:lnTo>
                    <a:pt x="9060" y="2578949"/>
                  </a:lnTo>
                  <a:lnTo>
                    <a:pt x="7200" y="2580809"/>
                  </a:lnTo>
                  <a:lnTo>
                    <a:pt x="6077" y="2581274"/>
                  </a:lnTo>
                  <a:close/>
                </a:path>
                <a:path w="9525" h="4248150">
                  <a:moveTo>
                    <a:pt x="6077" y="2533649"/>
                  </a:moveTo>
                  <a:lnTo>
                    <a:pt x="3447" y="2533649"/>
                  </a:lnTo>
                  <a:lnTo>
                    <a:pt x="2324" y="2533184"/>
                  </a:lnTo>
                  <a:lnTo>
                    <a:pt x="464" y="2531324"/>
                  </a:lnTo>
                  <a:lnTo>
                    <a:pt x="0" y="2530202"/>
                  </a:lnTo>
                  <a:lnTo>
                    <a:pt x="0" y="2527571"/>
                  </a:lnTo>
                  <a:lnTo>
                    <a:pt x="464" y="2526449"/>
                  </a:lnTo>
                  <a:lnTo>
                    <a:pt x="2324" y="2524589"/>
                  </a:lnTo>
                  <a:lnTo>
                    <a:pt x="3447" y="2524124"/>
                  </a:lnTo>
                  <a:lnTo>
                    <a:pt x="6077" y="2524124"/>
                  </a:lnTo>
                  <a:lnTo>
                    <a:pt x="7200" y="2524589"/>
                  </a:lnTo>
                  <a:lnTo>
                    <a:pt x="9060" y="2526449"/>
                  </a:lnTo>
                  <a:lnTo>
                    <a:pt x="9524" y="2527571"/>
                  </a:lnTo>
                  <a:lnTo>
                    <a:pt x="9524" y="2530202"/>
                  </a:lnTo>
                  <a:lnTo>
                    <a:pt x="9060" y="2531324"/>
                  </a:lnTo>
                  <a:lnTo>
                    <a:pt x="7200" y="2533184"/>
                  </a:lnTo>
                  <a:lnTo>
                    <a:pt x="6077" y="2533649"/>
                  </a:lnTo>
                  <a:close/>
                </a:path>
                <a:path w="9525" h="4248150">
                  <a:moveTo>
                    <a:pt x="6077" y="2486024"/>
                  </a:moveTo>
                  <a:lnTo>
                    <a:pt x="3447" y="2486024"/>
                  </a:lnTo>
                  <a:lnTo>
                    <a:pt x="2324" y="2485559"/>
                  </a:lnTo>
                  <a:lnTo>
                    <a:pt x="464" y="2483699"/>
                  </a:lnTo>
                  <a:lnTo>
                    <a:pt x="0" y="2482577"/>
                  </a:lnTo>
                  <a:lnTo>
                    <a:pt x="0" y="2479947"/>
                  </a:lnTo>
                  <a:lnTo>
                    <a:pt x="464" y="2478824"/>
                  </a:lnTo>
                  <a:lnTo>
                    <a:pt x="2324" y="2476964"/>
                  </a:lnTo>
                  <a:lnTo>
                    <a:pt x="3447" y="2476499"/>
                  </a:lnTo>
                  <a:lnTo>
                    <a:pt x="6077" y="2476499"/>
                  </a:lnTo>
                  <a:lnTo>
                    <a:pt x="7200" y="2476964"/>
                  </a:lnTo>
                  <a:lnTo>
                    <a:pt x="9060" y="2478824"/>
                  </a:lnTo>
                  <a:lnTo>
                    <a:pt x="9524" y="2479947"/>
                  </a:lnTo>
                  <a:lnTo>
                    <a:pt x="9524" y="2482577"/>
                  </a:lnTo>
                  <a:lnTo>
                    <a:pt x="9060" y="2483699"/>
                  </a:lnTo>
                  <a:lnTo>
                    <a:pt x="7200" y="2485559"/>
                  </a:lnTo>
                  <a:lnTo>
                    <a:pt x="6077" y="2486024"/>
                  </a:lnTo>
                  <a:close/>
                </a:path>
                <a:path w="9525" h="4248150">
                  <a:moveTo>
                    <a:pt x="6077" y="2438399"/>
                  </a:moveTo>
                  <a:lnTo>
                    <a:pt x="3447" y="2438399"/>
                  </a:lnTo>
                  <a:lnTo>
                    <a:pt x="2324" y="2437934"/>
                  </a:lnTo>
                  <a:lnTo>
                    <a:pt x="464" y="2436074"/>
                  </a:lnTo>
                  <a:lnTo>
                    <a:pt x="0" y="2434952"/>
                  </a:lnTo>
                  <a:lnTo>
                    <a:pt x="0" y="2432321"/>
                  </a:lnTo>
                  <a:lnTo>
                    <a:pt x="464" y="2431199"/>
                  </a:lnTo>
                  <a:lnTo>
                    <a:pt x="2324" y="2429339"/>
                  </a:lnTo>
                  <a:lnTo>
                    <a:pt x="3447" y="2428874"/>
                  </a:lnTo>
                  <a:lnTo>
                    <a:pt x="6077" y="2428874"/>
                  </a:lnTo>
                  <a:lnTo>
                    <a:pt x="7200" y="2429339"/>
                  </a:lnTo>
                  <a:lnTo>
                    <a:pt x="9060" y="2431199"/>
                  </a:lnTo>
                  <a:lnTo>
                    <a:pt x="9524" y="2432321"/>
                  </a:lnTo>
                  <a:lnTo>
                    <a:pt x="9524" y="2434952"/>
                  </a:lnTo>
                  <a:lnTo>
                    <a:pt x="9060" y="2436074"/>
                  </a:lnTo>
                  <a:lnTo>
                    <a:pt x="7200" y="2437934"/>
                  </a:lnTo>
                  <a:lnTo>
                    <a:pt x="6077" y="2438399"/>
                  </a:lnTo>
                  <a:close/>
                </a:path>
                <a:path w="9525" h="4248150">
                  <a:moveTo>
                    <a:pt x="6077" y="2390774"/>
                  </a:moveTo>
                  <a:lnTo>
                    <a:pt x="3447" y="2390774"/>
                  </a:lnTo>
                  <a:lnTo>
                    <a:pt x="2324" y="2390309"/>
                  </a:lnTo>
                  <a:lnTo>
                    <a:pt x="464" y="2388449"/>
                  </a:lnTo>
                  <a:lnTo>
                    <a:pt x="0" y="2387327"/>
                  </a:lnTo>
                  <a:lnTo>
                    <a:pt x="0" y="2384697"/>
                  </a:lnTo>
                  <a:lnTo>
                    <a:pt x="464" y="2383574"/>
                  </a:lnTo>
                  <a:lnTo>
                    <a:pt x="2324" y="2381714"/>
                  </a:lnTo>
                  <a:lnTo>
                    <a:pt x="3447" y="2381249"/>
                  </a:lnTo>
                  <a:lnTo>
                    <a:pt x="6077" y="2381249"/>
                  </a:lnTo>
                  <a:lnTo>
                    <a:pt x="7200" y="2381714"/>
                  </a:lnTo>
                  <a:lnTo>
                    <a:pt x="9060" y="2383574"/>
                  </a:lnTo>
                  <a:lnTo>
                    <a:pt x="9524" y="2384697"/>
                  </a:lnTo>
                  <a:lnTo>
                    <a:pt x="9524" y="2387327"/>
                  </a:lnTo>
                  <a:lnTo>
                    <a:pt x="9060" y="2388449"/>
                  </a:lnTo>
                  <a:lnTo>
                    <a:pt x="7200" y="2390309"/>
                  </a:lnTo>
                  <a:lnTo>
                    <a:pt x="6077" y="2390774"/>
                  </a:lnTo>
                  <a:close/>
                </a:path>
                <a:path w="9525" h="4248150">
                  <a:moveTo>
                    <a:pt x="6077" y="2343149"/>
                  </a:moveTo>
                  <a:lnTo>
                    <a:pt x="3447" y="2343149"/>
                  </a:lnTo>
                  <a:lnTo>
                    <a:pt x="2324" y="2342684"/>
                  </a:lnTo>
                  <a:lnTo>
                    <a:pt x="464" y="2340824"/>
                  </a:lnTo>
                  <a:lnTo>
                    <a:pt x="0" y="2339702"/>
                  </a:lnTo>
                  <a:lnTo>
                    <a:pt x="0" y="2337072"/>
                  </a:lnTo>
                  <a:lnTo>
                    <a:pt x="464" y="2335949"/>
                  </a:lnTo>
                  <a:lnTo>
                    <a:pt x="2324" y="2334089"/>
                  </a:lnTo>
                  <a:lnTo>
                    <a:pt x="3447" y="2333624"/>
                  </a:lnTo>
                  <a:lnTo>
                    <a:pt x="6077" y="2333624"/>
                  </a:lnTo>
                  <a:lnTo>
                    <a:pt x="7200" y="2334089"/>
                  </a:lnTo>
                  <a:lnTo>
                    <a:pt x="9060" y="2335949"/>
                  </a:lnTo>
                  <a:lnTo>
                    <a:pt x="9524" y="2337072"/>
                  </a:lnTo>
                  <a:lnTo>
                    <a:pt x="9524" y="2339702"/>
                  </a:lnTo>
                  <a:lnTo>
                    <a:pt x="9060" y="2340824"/>
                  </a:lnTo>
                  <a:lnTo>
                    <a:pt x="7200" y="2342684"/>
                  </a:lnTo>
                  <a:lnTo>
                    <a:pt x="6077" y="2343149"/>
                  </a:lnTo>
                  <a:close/>
                </a:path>
                <a:path w="9525" h="4248150">
                  <a:moveTo>
                    <a:pt x="6077" y="2295524"/>
                  </a:moveTo>
                  <a:lnTo>
                    <a:pt x="3447" y="2295524"/>
                  </a:lnTo>
                  <a:lnTo>
                    <a:pt x="2324" y="2295059"/>
                  </a:lnTo>
                  <a:lnTo>
                    <a:pt x="464" y="2293199"/>
                  </a:lnTo>
                  <a:lnTo>
                    <a:pt x="0" y="2292077"/>
                  </a:lnTo>
                  <a:lnTo>
                    <a:pt x="0" y="2289447"/>
                  </a:lnTo>
                  <a:lnTo>
                    <a:pt x="464" y="2288324"/>
                  </a:lnTo>
                  <a:lnTo>
                    <a:pt x="2324" y="2286464"/>
                  </a:lnTo>
                  <a:lnTo>
                    <a:pt x="3447" y="2285999"/>
                  </a:lnTo>
                  <a:lnTo>
                    <a:pt x="6077" y="2285999"/>
                  </a:lnTo>
                  <a:lnTo>
                    <a:pt x="7200" y="2286464"/>
                  </a:lnTo>
                  <a:lnTo>
                    <a:pt x="9060" y="2288324"/>
                  </a:lnTo>
                  <a:lnTo>
                    <a:pt x="9524" y="2289447"/>
                  </a:lnTo>
                  <a:lnTo>
                    <a:pt x="9524" y="2292077"/>
                  </a:lnTo>
                  <a:lnTo>
                    <a:pt x="9060" y="2293199"/>
                  </a:lnTo>
                  <a:lnTo>
                    <a:pt x="7200" y="2295059"/>
                  </a:lnTo>
                  <a:lnTo>
                    <a:pt x="6077" y="2295524"/>
                  </a:lnTo>
                  <a:close/>
                </a:path>
                <a:path w="9525" h="4248150">
                  <a:moveTo>
                    <a:pt x="6077" y="2247899"/>
                  </a:moveTo>
                  <a:lnTo>
                    <a:pt x="3447" y="2247899"/>
                  </a:lnTo>
                  <a:lnTo>
                    <a:pt x="2324" y="2247434"/>
                  </a:lnTo>
                  <a:lnTo>
                    <a:pt x="464" y="2245574"/>
                  </a:lnTo>
                  <a:lnTo>
                    <a:pt x="0" y="2244452"/>
                  </a:lnTo>
                  <a:lnTo>
                    <a:pt x="0" y="2241822"/>
                  </a:lnTo>
                  <a:lnTo>
                    <a:pt x="464" y="2240699"/>
                  </a:lnTo>
                  <a:lnTo>
                    <a:pt x="2324" y="2238839"/>
                  </a:lnTo>
                  <a:lnTo>
                    <a:pt x="3447" y="2238374"/>
                  </a:lnTo>
                  <a:lnTo>
                    <a:pt x="6077" y="2238374"/>
                  </a:lnTo>
                  <a:lnTo>
                    <a:pt x="7200" y="2238839"/>
                  </a:lnTo>
                  <a:lnTo>
                    <a:pt x="9060" y="2240699"/>
                  </a:lnTo>
                  <a:lnTo>
                    <a:pt x="9524" y="2241822"/>
                  </a:lnTo>
                  <a:lnTo>
                    <a:pt x="9524" y="2244452"/>
                  </a:lnTo>
                  <a:lnTo>
                    <a:pt x="9060" y="2245574"/>
                  </a:lnTo>
                  <a:lnTo>
                    <a:pt x="7200" y="2247434"/>
                  </a:lnTo>
                  <a:lnTo>
                    <a:pt x="6077" y="2247899"/>
                  </a:lnTo>
                  <a:close/>
                </a:path>
                <a:path w="9525" h="4248150">
                  <a:moveTo>
                    <a:pt x="6077" y="2200274"/>
                  </a:moveTo>
                  <a:lnTo>
                    <a:pt x="3447" y="2200274"/>
                  </a:lnTo>
                  <a:lnTo>
                    <a:pt x="2324" y="2199809"/>
                  </a:lnTo>
                  <a:lnTo>
                    <a:pt x="464" y="2197949"/>
                  </a:lnTo>
                  <a:lnTo>
                    <a:pt x="0" y="2196827"/>
                  </a:lnTo>
                  <a:lnTo>
                    <a:pt x="0" y="2194196"/>
                  </a:lnTo>
                  <a:lnTo>
                    <a:pt x="464" y="2193074"/>
                  </a:lnTo>
                  <a:lnTo>
                    <a:pt x="2324" y="2191214"/>
                  </a:lnTo>
                  <a:lnTo>
                    <a:pt x="3447" y="2190749"/>
                  </a:lnTo>
                  <a:lnTo>
                    <a:pt x="6077" y="2190749"/>
                  </a:lnTo>
                  <a:lnTo>
                    <a:pt x="7200" y="2191214"/>
                  </a:lnTo>
                  <a:lnTo>
                    <a:pt x="9060" y="2193074"/>
                  </a:lnTo>
                  <a:lnTo>
                    <a:pt x="9524" y="2194196"/>
                  </a:lnTo>
                  <a:lnTo>
                    <a:pt x="9524" y="2196827"/>
                  </a:lnTo>
                  <a:lnTo>
                    <a:pt x="9060" y="2197949"/>
                  </a:lnTo>
                  <a:lnTo>
                    <a:pt x="7200" y="2199809"/>
                  </a:lnTo>
                  <a:lnTo>
                    <a:pt x="6077" y="2200274"/>
                  </a:lnTo>
                  <a:close/>
                </a:path>
                <a:path w="9525" h="4248150">
                  <a:moveTo>
                    <a:pt x="6077" y="2152649"/>
                  </a:moveTo>
                  <a:lnTo>
                    <a:pt x="3447" y="2152649"/>
                  </a:lnTo>
                  <a:lnTo>
                    <a:pt x="2324" y="2152184"/>
                  </a:lnTo>
                  <a:lnTo>
                    <a:pt x="464" y="2150324"/>
                  </a:lnTo>
                  <a:lnTo>
                    <a:pt x="0" y="2149202"/>
                  </a:lnTo>
                  <a:lnTo>
                    <a:pt x="0" y="2146572"/>
                  </a:lnTo>
                  <a:lnTo>
                    <a:pt x="464" y="2145449"/>
                  </a:lnTo>
                  <a:lnTo>
                    <a:pt x="2324" y="2143589"/>
                  </a:lnTo>
                  <a:lnTo>
                    <a:pt x="3447" y="2143124"/>
                  </a:lnTo>
                  <a:lnTo>
                    <a:pt x="6077" y="2143124"/>
                  </a:lnTo>
                  <a:lnTo>
                    <a:pt x="7200" y="2143589"/>
                  </a:lnTo>
                  <a:lnTo>
                    <a:pt x="9060" y="2145449"/>
                  </a:lnTo>
                  <a:lnTo>
                    <a:pt x="9524" y="2146572"/>
                  </a:lnTo>
                  <a:lnTo>
                    <a:pt x="9524" y="2149202"/>
                  </a:lnTo>
                  <a:lnTo>
                    <a:pt x="9060" y="2150324"/>
                  </a:lnTo>
                  <a:lnTo>
                    <a:pt x="7200" y="2152184"/>
                  </a:lnTo>
                  <a:lnTo>
                    <a:pt x="6077" y="2152649"/>
                  </a:lnTo>
                  <a:close/>
                </a:path>
                <a:path w="9525" h="4248150">
                  <a:moveTo>
                    <a:pt x="6077" y="2105024"/>
                  </a:moveTo>
                  <a:lnTo>
                    <a:pt x="3447" y="2105024"/>
                  </a:lnTo>
                  <a:lnTo>
                    <a:pt x="2324" y="2104559"/>
                  </a:lnTo>
                  <a:lnTo>
                    <a:pt x="464" y="2102700"/>
                  </a:lnTo>
                  <a:lnTo>
                    <a:pt x="0" y="2101577"/>
                  </a:lnTo>
                  <a:lnTo>
                    <a:pt x="0" y="2098947"/>
                  </a:lnTo>
                  <a:lnTo>
                    <a:pt x="464" y="2097824"/>
                  </a:lnTo>
                  <a:lnTo>
                    <a:pt x="2324" y="2095964"/>
                  </a:lnTo>
                  <a:lnTo>
                    <a:pt x="3447" y="2095499"/>
                  </a:lnTo>
                  <a:lnTo>
                    <a:pt x="6077" y="2095499"/>
                  </a:lnTo>
                  <a:lnTo>
                    <a:pt x="7200" y="2095964"/>
                  </a:lnTo>
                  <a:lnTo>
                    <a:pt x="9060" y="2097824"/>
                  </a:lnTo>
                  <a:lnTo>
                    <a:pt x="9524" y="2098947"/>
                  </a:lnTo>
                  <a:lnTo>
                    <a:pt x="9524" y="2101577"/>
                  </a:lnTo>
                  <a:lnTo>
                    <a:pt x="9060" y="2102700"/>
                  </a:lnTo>
                  <a:lnTo>
                    <a:pt x="7200" y="2104559"/>
                  </a:lnTo>
                  <a:lnTo>
                    <a:pt x="6077" y="2105024"/>
                  </a:lnTo>
                  <a:close/>
                </a:path>
                <a:path w="9525" h="4248150">
                  <a:moveTo>
                    <a:pt x="6077" y="2057399"/>
                  </a:moveTo>
                  <a:lnTo>
                    <a:pt x="3447" y="2057399"/>
                  </a:lnTo>
                  <a:lnTo>
                    <a:pt x="2324" y="2056934"/>
                  </a:lnTo>
                  <a:lnTo>
                    <a:pt x="464" y="2055074"/>
                  </a:lnTo>
                  <a:lnTo>
                    <a:pt x="0" y="2053952"/>
                  </a:lnTo>
                  <a:lnTo>
                    <a:pt x="0" y="2051322"/>
                  </a:lnTo>
                  <a:lnTo>
                    <a:pt x="464" y="2050199"/>
                  </a:lnTo>
                  <a:lnTo>
                    <a:pt x="2324" y="2048339"/>
                  </a:lnTo>
                  <a:lnTo>
                    <a:pt x="3447" y="2047874"/>
                  </a:lnTo>
                  <a:lnTo>
                    <a:pt x="6077" y="2047874"/>
                  </a:lnTo>
                  <a:lnTo>
                    <a:pt x="7200" y="2048339"/>
                  </a:lnTo>
                  <a:lnTo>
                    <a:pt x="9060" y="2050199"/>
                  </a:lnTo>
                  <a:lnTo>
                    <a:pt x="9524" y="2051322"/>
                  </a:lnTo>
                  <a:lnTo>
                    <a:pt x="9524" y="2053952"/>
                  </a:lnTo>
                  <a:lnTo>
                    <a:pt x="9060" y="2055074"/>
                  </a:lnTo>
                  <a:lnTo>
                    <a:pt x="7200" y="2056934"/>
                  </a:lnTo>
                  <a:lnTo>
                    <a:pt x="6077" y="2057399"/>
                  </a:lnTo>
                  <a:close/>
                </a:path>
                <a:path w="9525" h="4248150">
                  <a:moveTo>
                    <a:pt x="6077" y="2009774"/>
                  </a:moveTo>
                  <a:lnTo>
                    <a:pt x="3447" y="2009774"/>
                  </a:lnTo>
                  <a:lnTo>
                    <a:pt x="2324" y="2009309"/>
                  </a:lnTo>
                  <a:lnTo>
                    <a:pt x="464" y="2007449"/>
                  </a:lnTo>
                  <a:lnTo>
                    <a:pt x="0" y="2006327"/>
                  </a:lnTo>
                  <a:lnTo>
                    <a:pt x="0" y="2003697"/>
                  </a:lnTo>
                  <a:lnTo>
                    <a:pt x="464" y="2002574"/>
                  </a:lnTo>
                  <a:lnTo>
                    <a:pt x="2324" y="2000714"/>
                  </a:lnTo>
                  <a:lnTo>
                    <a:pt x="3447" y="2000249"/>
                  </a:lnTo>
                  <a:lnTo>
                    <a:pt x="6077" y="2000249"/>
                  </a:lnTo>
                  <a:lnTo>
                    <a:pt x="7200" y="2000714"/>
                  </a:lnTo>
                  <a:lnTo>
                    <a:pt x="9060" y="2002574"/>
                  </a:lnTo>
                  <a:lnTo>
                    <a:pt x="9524" y="2003697"/>
                  </a:lnTo>
                  <a:lnTo>
                    <a:pt x="9524" y="2006327"/>
                  </a:lnTo>
                  <a:lnTo>
                    <a:pt x="9060" y="2007449"/>
                  </a:lnTo>
                  <a:lnTo>
                    <a:pt x="7200" y="2009309"/>
                  </a:lnTo>
                  <a:lnTo>
                    <a:pt x="6077" y="2009774"/>
                  </a:lnTo>
                  <a:close/>
                </a:path>
                <a:path w="9525" h="4248150">
                  <a:moveTo>
                    <a:pt x="6077" y="1962149"/>
                  </a:moveTo>
                  <a:lnTo>
                    <a:pt x="3447" y="1962149"/>
                  </a:lnTo>
                  <a:lnTo>
                    <a:pt x="2324" y="1961684"/>
                  </a:lnTo>
                  <a:lnTo>
                    <a:pt x="464" y="1959825"/>
                  </a:lnTo>
                  <a:lnTo>
                    <a:pt x="0" y="1958702"/>
                  </a:lnTo>
                  <a:lnTo>
                    <a:pt x="0" y="1956072"/>
                  </a:lnTo>
                  <a:lnTo>
                    <a:pt x="464" y="1954949"/>
                  </a:lnTo>
                  <a:lnTo>
                    <a:pt x="2324" y="1953089"/>
                  </a:lnTo>
                  <a:lnTo>
                    <a:pt x="3447" y="1952624"/>
                  </a:lnTo>
                  <a:lnTo>
                    <a:pt x="6077" y="1952624"/>
                  </a:lnTo>
                  <a:lnTo>
                    <a:pt x="7200" y="1953089"/>
                  </a:lnTo>
                  <a:lnTo>
                    <a:pt x="9060" y="1954949"/>
                  </a:lnTo>
                  <a:lnTo>
                    <a:pt x="9524" y="1956072"/>
                  </a:lnTo>
                  <a:lnTo>
                    <a:pt x="9524" y="1958702"/>
                  </a:lnTo>
                  <a:lnTo>
                    <a:pt x="9060" y="1959825"/>
                  </a:lnTo>
                  <a:lnTo>
                    <a:pt x="7200" y="1961684"/>
                  </a:lnTo>
                  <a:lnTo>
                    <a:pt x="6077" y="1962149"/>
                  </a:lnTo>
                  <a:close/>
                </a:path>
                <a:path w="9525" h="4248150">
                  <a:moveTo>
                    <a:pt x="6077" y="1914524"/>
                  </a:moveTo>
                  <a:lnTo>
                    <a:pt x="3447" y="1914524"/>
                  </a:lnTo>
                  <a:lnTo>
                    <a:pt x="2324" y="1914059"/>
                  </a:lnTo>
                  <a:lnTo>
                    <a:pt x="464" y="1912199"/>
                  </a:lnTo>
                  <a:lnTo>
                    <a:pt x="0" y="1911077"/>
                  </a:lnTo>
                  <a:lnTo>
                    <a:pt x="0" y="1908447"/>
                  </a:lnTo>
                  <a:lnTo>
                    <a:pt x="464" y="1907324"/>
                  </a:lnTo>
                  <a:lnTo>
                    <a:pt x="2324" y="1905464"/>
                  </a:lnTo>
                  <a:lnTo>
                    <a:pt x="3447" y="1904999"/>
                  </a:lnTo>
                  <a:lnTo>
                    <a:pt x="6077" y="1904999"/>
                  </a:lnTo>
                  <a:lnTo>
                    <a:pt x="7200" y="1905464"/>
                  </a:lnTo>
                  <a:lnTo>
                    <a:pt x="9060" y="1907324"/>
                  </a:lnTo>
                  <a:lnTo>
                    <a:pt x="9524" y="1908447"/>
                  </a:lnTo>
                  <a:lnTo>
                    <a:pt x="9524" y="1911077"/>
                  </a:lnTo>
                  <a:lnTo>
                    <a:pt x="9060" y="1912199"/>
                  </a:lnTo>
                  <a:lnTo>
                    <a:pt x="7200" y="1914059"/>
                  </a:lnTo>
                  <a:lnTo>
                    <a:pt x="6077" y="1914524"/>
                  </a:lnTo>
                  <a:close/>
                </a:path>
                <a:path w="9525" h="4248150">
                  <a:moveTo>
                    <a:pt x="6077" y="1866899"/>
                  </a:moveTo>
                  <a:lnTo>
                    <a:pt x="3447" y="1866899"/>
                  </a:lnTo>
                  <a:lnTo>
                    <a:pt x="2324" y="1866434"/>
                  </a:lnTo>
                  <a:lnTo>
                    <a:pt x="464" y="1864574"/>
                  </a:lnTo>
                  <a:lnTo>
                    <a:pt x="0" y="1863452"/>
                  </a:lnTo>
                  <a:lnTo>
                    <a:pt x="0" y="1860822"/>
                  </a:lnTo>
                  <a:lnTo>
                    <a:pt x="464" y="1859699"/>
                  </a:lnTo>
                  <a:lnTo>
                    <a:pt x="2324" y="1857839"/>
                  </a:lnTo>
                  <a:lnTo>
                    <a:pt x="3447" y="1857374"/>
                  </a:lnTo>
                  <a:lnTo>
                    <a:pt x="6077" y="1857374"/>
                  </a:lnTo>
                  <a:lnTo>
                    <a:pt x="7200" y="1857839"/>
                  </a:lnTo>
                  <a:lnTo>
                    <a:pt x="9060" y="1859699"/>
                  </a:lnTo>
                  <a:lnTo>
                    <a:pt x="9524" y="1860822"/>
                  </a:lnTo>
                  <a:lnTo>
                    <a:pt x="9524" y="1863452"/>
                  </a:lnTo>
                  <a:lnTo>
                    <a:pt x="9060" y="1864574"/>
                  </a:lnTo>
                  <a:lnTo>
                    <a:pt x="7200" y="1866434"/>
                  </a:lnTo>
                  <a:lnTo>
                    <a:pt x="6077" y="1866899"/>
                  </a:lnTo>
                  <a:close/>
                </a:path>
                <a:path w="9525" h="4248150">
                  <a:moveTo>
                    <a:pt x="6077" y="1819274"/>
                  </a:moveTo>
                  <a:lnTo>
                    <a:pt x="3447" y="1819274"/>
                  </a:lnTo>
                  <a:lnTo>
                    <a:pt x="2324" y="1818809"/>
                  </a:lnTo>
                  <a:lnTo>
                    <a:pt x="464" y="1816949"/>
                  </a:lnTo>
                  <a:lnTo>
                    <a:pt x="0" y="1815827"/>
                  </a:lnTo>
                  <a:lnTo>
                    <a:pt x="0" y="1813197"/>
                  </a:lnTo>
                  <a:lnTo>
                    <a:pt x="464" y="1812074"/>
                  </a:lnTo>
                  <a:lnTo>
                    <a:pt x="2324" y="1810214"/>
                  </a:lnTo>
                  <a:lnTo>
                    <a:pt x="3447" y="1809749"/>
                  </a:lnTo>
                  <a:lnTo>
                    <a:pt x="6077" y="1809749"/>
                  </a:lnTo>
                  <a:lnTo>
                    <a:pt x="7200" y="1810214"/>
                  </a:lnTo>
                  <a:lnTo>
                    <a:pt x="9060" y="1812074"/>
                  </a:lnTo>
                  <a:lnTo>
                    <a:pt x="9524" y="1813197"/>
                  </a:lnTo>
                  <a:lnTo>
                    <a:pt x="9524" y="1815827"/>
                  </a:lnTo>
                  <a:lnTo>
                    <a:pt x="9060" y="1816949"/>
                  </a:lnTo>
                  <a:lnTo>
                    <a:pt x="7200" y="1818809"/>
                  </a:lnTo>
                  <a:lnTo>
                    <a:pt x="6077" y="1819274"/>
                  </a:lnTo>
                  <a:close/>
                </a:path>
                <a:path w="9525" h="4248150">
                  <a:moveTo>
                    <a:pt x="6077" y="1771649"/>
                  </a:moveTo>
                  <a:lnTo>
                    <a:pt x="3447" y="1771649"/>
                  </a:lnTo>
                  <a:lnTo>
                    <a:pt x="2324" y="1771184"/>
                  </a:lnTo>
                  <a:lnTo>
                    <a:pt x="464" y="1769325"/>
                  </a:lnTo>
                  <a:lnTo>
                    <a:pt x="0" y="1768202"/>
                  </a:lnTo>
                  <a:lnTo>
                    <a:pt x="0" y="1765572"/>
                  </a:lnTo>
                  <a:lnTo>
                    <a:pt x="464" y="1764449"/>
                  </a:lnTo>
                  <a:lnTo>
                    <a:pt x="2324" y="1762590"/>
                  </a:lnTo>
                  <a:lnTo>
                    <a:pt x="3447" y="1762124"/>
                  </a:lnTo>
                  <a:lnTo>
                    <a:pt x="6077" y="1762124"/>
                  </a:lnTo>
                  <a:lnTo>
                    <a:pt x="7200" y="1762590"/>
                  </a:lnTo>
                  <a:lnTo>
                    <a:pt x="9060" y="1764449"/>
                  </a:lnTo>
                  <a:lnTo>
                    <a:pt x="9524" y="1765572"/>
                  </a:lnTo>
                  <a:lnTo>
                    <a:pt x="9524" y="1768202"/>
                  </a:lnTo>
                  <a:lnTo>
                    <a:pt x="9060" y="1769325"/>
                  </a:lnTo>
                  <a:lnTo>
                    <a:pt x="7200" y="1771184"/>
                  </a:lnTo>
                  <a:lnTo>
                    <a:pt x="6077" y="1771649"/>
                  </a:lnTo>
                  <a:close/>
                </a:path>
                <a:path w="9525" h="4248150">
                  <a:moveTo>
                    <a:pt x="6077" y="1724024"/>
                  </a:moveTo>
                  <a:lnTo>
                    <a:pt x="3447" y="1724024"/>
                  </a:lnTo>
                  <a:lnTo>
                    <a:pt x="2324" y="1723559"/>
                  </a:lnTo>
                  <a:lnTo>
                    <a:pt x="464" y="1721700"/>
                  </a:lnTo>
                  <a:lnTo>
                    <a:pt x="0" y="1720577"/>
                  </a:lnTo>
                  <a:lnTo>
                    <a:pt x="0" y="1717947"/>
                  </a:lnTo>
                  <a:lnTo>
                    <a:pt x="464" y="1716824"/>
                  </a:lnTo>
                  <a:lnTo>
                    <a:pt x="2324" y="1714964"/>
                  </a:lnTo>
                  <a:lnTo>
                    <a:pt x="3447" y="1714499"/>
                  </a:lnTo>
                  <a:lnTo>
                    <a:pt x="6077" y="1714499"/>
                  </a:lnTo>
                  <a:lnTo>
                    <a:pt x="7200" y="1714964"/>
                  </a:lnTo>
                  <a:lnTo>
                    <a:pt x="9060" y="1716824"/>
                  </a:lnTo>
                  <a:lnTo>
                    <a:pt x="9524" y="1717947"/>
                  </a:lnTo>
                  <a:lnTo>
                    <a:pt x="9524" y="1720577"/>
                  </a:lnTo>
                  <a:lnTo>
                    <a:pt x="9060" y="1721700"/>
                  </a:lnTo>
                  <a:lnTo>
                    <a:pt x="7200" y="1723559"/>
                  </a:lnTo>
                  <a:lnTo>
                    <a:pt x="6077" y="1724024"/>
                  </a:lnTo>
                  <a:close/>
                </a:path>
                <a:path w="9525" h="4248150">
                  <a:moveTo>
                    <a:pt x="6077" y="1676399"/>
                  </a:moveTo>
                  <a:lnTo>
                    <a:pt x="3447" y="1676399"/>
                  </a:lnTo>
                  <a:lnTo>
                    <a:pt x="2324" y="1675934"/>
                  </a:lnTo>
                  <a:lnTo>
                    <a:pt x="464" y="1674075"/>
                  </a:lnTo>
                  <a:lnTo>
                    <a:pt x="0" y="1672952"/>
                  </a:lnTo>
                  <a:lnTo>
                    <a:pt x="0" y="1670322"/>
                  </a:lnTo>
                  <a:lnTo>
                    <a:pt x="464" y="1669199"/>
                  </a:lnTo>
                  <a:lnTo>
                    <a:pt x="2324" y="1667339"/>
                  </a:lnTo>
                  <a:lnTo>
                    <a:pt x="3447" y="1666874"/>
                  </a:lnTo>
                  <a:lnTo>
                    <a:pt x="6077" y="1666874"/>
                  </a:lnTo>
                  <a:lnTo>
                    <a:pt x="7200" y="1667339"/>
                  </a:lnTo>
                  <a:lnTo>
                    <a:pt x="9060" y="1669199"/>
                  </a:lnTo>
                  <a:lnTo>
                    <a:pt x="9524" y="1670322"/>
                  </a:lnTo>
                  <a:lnTo>
                    <a:pt x="9524" y="1672952"/>
                  </a:lnTo>
                  <a:lnTo>
                    <a:pt x="9060" y="1674075"/>
                  </a:lnTo>
                  <a:lnTo>
                    <a:pt x="7200" y="1675934"/>
                  </a:lnTo>
                  <a:lnTo>
                    <a:pt x="6077" y="1676399"/>
                  </a:lnTo>
                  <a:close/>
                </a:path>
                <a:path w="9525" h="4248150">
                  <a:moveTo>
                    <a:pt x="6077" y="1628774"/>
                  </a:moveTo>
                  <a:lnTo>
                    <a:pt x="3447" y="1628774"/>
                  </a:lnTo>
                  <a:lnTo>
                    <a:pt x="2324" y="1628309"/>
                  </a:lnTo>
                  <a:lnTo>
                    <a:pt x="464" y="1626449"/>
                  </a:lnTo>
                  <a:lnTo>
                    <a:pt x="0" y="1625327"/>
                  </a:lnTo>
                  <a:lnTo>
                    <a:pt x="0" y="1622697"/>
                  </a:lnTo>
                  <a:lnTo>
                    <a:pt x="464" y="1621574"/>
                  </a:lnTo>
                  <a:lnTo>
                    <a:pt x="2324" y="1619714"/>
                  </a:lnTo>
                  <a:lnTo>
                    <a:pt x="3447" y="1619249"/>
                  </a:lnTo>
                  <a:lnTo>
                    <a:pt x="6077" y="1619249"/>
                  </a:lnTo>
                  <a:lnTo>
                    <a:pt x="7200" y="1619714"/>
                  </a:lnTo>
                  <a:lnTo>
                    <a:pt x="9060" y="1621574"/>
                  </a:lnTo>
                  <a:lnTo>
                    <a:pt x="9524" y="1622697"/>
                  </a:lnTo>
                  <a:lnTo>
                    <a:pt x="9524" y="1625327"/>
                  </a:lnTo>
                  <a:lnTo>
                    <a:pt x="9060" y="1626449"/>
                  </a:lnTo>
                  <a:lnTo>
                    <a:pt x="7200" y="1628309"/>
                  </a:lnTo>
                  <a:lnTo>
                    <a:pt x="6077" y="1628774"/>
                  </a:lnTo>
                  <a:close/>
                </a:path>
                <a:path w="9525" h="4248150">
                  <a:moveTo>
                    <a:pt x="6077" y="1581149"/>
                  </a:moveTo>
                  <a:lnTo>
                    <a:pt x="3447" y="1581149"/>
                  </a:lnTo>
                  <a:lnTo>
                    <a:pt x="2324" y="1580684"/>
                  </a:lnTo>
                  <a:lnTo>
                    <a:pt x="464" y="1578825"/>
                  </a:lnTo>
                  <a:lnTo>
                    <a:pt x="0" y="1577702"/>
                  </a:lnTo>
                  <a:lnTo>
                    <a:pt x="0" y="1575072"/>
                  </a:lnTo>
                  <a:lnTo>
                    <a:pt x="464" y="1573949"/>
                  </a:lnTo>
                  <a:lnTo>
                    <a:pt x="2324" y="1572089"/>
                  </a:lnTo>
                  <a:lnTo>
                    <a:pt x="3447" y="1571624"/>
                  </a:lnTo>
                  <a:lnTo>
                    <a:pt x="6077" y="1571624"/>
                  </a:lnTo>
                  <a:lnTo>
                    <a:pt x="7200" y="1572089"/>
                  </a:lnTo>
                  <a:lnTo>
                    <a:pt x="9060" y="1573949"/>
                  </a:lnTo>
                  <a:lnTo>
                    <a:pt x="9524" y="1575072"/>
                  </a:lnTo>
                  <a:lnTo>
                    <a:pt x="9524" y="1577702"/>
                  </a:lnTo>
                  <a:lnTo>
                    <a:pt x="9060" y="1578825"/>
                  </a:lnTo>
                  <a:lnTo>
                    <a:pt x="7200" y="1580684"/>
                  </a:lnTo>
                  <a:lnTo>
                    <a:pt x="6077" y="1581149"/>
                  </a:lnTo>
                  <a:close/>
                </a:path>
                <a:path w="9525" h="4248150">
                  <a:moveTo>
                    <a:pt x="6077" y="1533524"/>
                  </a:moveTo>
                  <a:lnTo>
                    <a:pt x="3447" y="1533524"/>
                  </a:lnTo>
                  <a:lnTo>
                    <a:pt x="2324" y="1533059"/>
                  </a:lnTo>
                  <a:lnTo>
                    <a:pt x="464" y="1531200"/>
                  </a:lnTo>
                  <a:lnTo>
                    <a:pt x="0" y="1530077"/>
                  </a:lnTo>
                  <a:lnTo>
                    <a:pt x="0" y="1527447"/>
                  </a:lnTo>
                  <a:lnTo>
                    <a:pt x="464" y="1526324"/>
                  </a:lnTo>
                  <a:lnTo>
                    <a:pt x="2324" y="1524465"/>
                  </a:lnTo>
                  <a:lnTo>
                    <a:pt x="3447" y="1523999"/>
                  </a:lnTo>
                  <a:lnTo>
                    <a:pt x="6077" y="1523999"/>
                  </a:lnTo>
                  <a:lnTo>
                    <a:pt x="7200" y="1524465"/>
                  </a:lnTo>
                  <a:lnTo>
                    <a:pt x="9060" y="1526324"/>
                  </a:lnTo>
                  <a:lnTo>
                    <a:pt x="9524" y="1527447"/>
                  </a:lnTo>
                  <a:lnTo>
                    <a:pt x="9524" y="1530077"/>
                  </a:lnTo>
                  <a:lnTo>
                    <a:pt x="9060" y="1531200"/>
                  </a:lnTo>
                  <a:lnTo>
                    <a:pt x="7200" y="1533059"/>
                  </a:lnTo>
                  <a:lnTo>
                    <a:pt x="6077" y="1533524"/>
                  </a:lnTo>
                  <a:close/>
                </a:path>
                <a:path w="9525" h="4248150">
                  <a:moveTo>
                    <a:pt x="6077" y="1485899"/>
                  </a:moveTo>
                  <a:lnTo>
                    <a:pt x="3447" y="1485899"/>
                  </a:lnTo>
                  <a:lnTo>
                    <a:pt x="2324" y="1485434"/>
                  </a:lnTo>
                  <a:lnTo>
                    <a:pt x="464" y="1483575"/>
                  </a:lnTo>
                  <a:lnTo>
                    <a:pt x="0" y="1482452"/>
                  </a:lnTo>
                  <a:lnTo>
                    <a:pt x="0" y="1479822"/>
                  </a:lnTo>
                  <a:lnTo>
                    <a:pt x="464" y="1478699"/>
                  </a:lnTo>
                  <a:lnTo>
                    <a:pt x="2324" y="1476839"/>
                  </a:lnTo>
                  <a:lnTo>
                    <a:pt x="3447" y="1476374"/>
                  </a:lnTo>
                  <a:lnTo>
                    <a:pt x="6077" y="1476374"/>
                  </a:lnTo>
                  <a:lnTo>
                    <a:pt x="7200" y="1476839"/>
                  </a:lnTo>
                  <a:lnTo>
                    <a:pt x="9060" y="1478699"/>
                  </a:lnTo>
                  <a:lnTo>
                    <a:pt x="9524" y="1479822"/>
                  </a:lnTo>
                  <a:lnTo>
                    <a:pt x="9524" y="1482452"/>
                  </a:lnTo>
                  <a:lnTo>
                    <a:pt x="9060" y="1483575"/>
                  </a:lnTo>
                  <a:lnTo>
                    <a:pt x="7200" y="1485434"/>
                  </a:lnTo>
                  <a:lnTo>
                    <a:pt x="6077" y="1485899"/>
                  </a:lnTo>
                  <a:close/>
                </a:path>
                <a:path w="9525" h="4248150">
                  <a:moveTo>
                    <a:pt x="6077" y="1438274"/>
                  </a:moveTo>
                  <a:lnTo>
                    <a:pt x="3447" y="1438274"/>
                  </a:lnTo>
                  <a:lnTo>
                    <a:pt x="2324" y="1437809"/>
                  </a:lnTo>
                  <a:lnTo>
                    <a:pt x="464" y="1435950"/>
                  </a:lnTo>
                  <a:lnTo>
                    <a:pt x="0" y="1434827"/>
                  </a:lnTo>
                  <a:lnTo>
                    <a:pt x="0" y="1432197"/>
                  </a:lnTo>
                  <a:lnTo>
                    <a:pt x="464" y="1431074"/>
                  </a:lnTo>
                  <a:lnTo>
                    <a:pt x="2324" y="1429215"/>
                  </a:lnTo>
                  <a:lnTo>
                    <a:pt x="3447" y="1428749"/>
                  </a:lnTo>
                  <a:lnTo>
                    <a:pt x="6077" y="1428749"/>
                  </a:lnTo>
                  <a:lnTo>
                    <a:pt x="7200" y="1429215"/>
                  </a:lnTo>
                  <a:lnTo>
                    <a:pt x="9060" y="1431074"/>
                  </a:lnTo>
                  <a:lnTo>
                    <a:pt x="9524" y="1432197"/>
                  </a:lnTo>
                  <a:lnTo>
                    <a:pt x="9524" y="1434827"/>
                  </a:lnTo>
                  <a:lnTo>
                    <a:pt x="9060" y="1435950"/>
                  </a:lnTo>
                  <a:lnTo>
                    <a:pt x="7200" y="1437809"/>
                  </a:lnTo>
                  <a:lnTo>
                    <a:pt x="6077" y="1438274"/>
                  </a:lnTo>
                  <a:close/>
                </a:path>
                <a:path w="9525" h="4248150">
                  <a:moveTo>
                    <a:pt x="6077" y="1390649"/>
                  </a:moveTo>
                  <a:lnTo>
                    <a:pt x="3447" y="1390649"/>
                  </a:lnTo>
                  <a:lnTo>
                    <a:pt x="2324" y="1390184"/>
                  </a:lnTo>
                  <a:lnTo>
                    <a:pt x="464" y="1388325"/>
                  </a:lnTo>
                  <a:lnTo>
                    <a:pt x="0" y="1387202"/>
                  </a:lnTo>
                  <a:lnTo>
                    <a:pt x="0" y="1384572"/>
                  </a:lnTo>
                  <a:lnTo>
                    <a:pt x="464" y="1383449"/>
                  </a:lnTo>
                  <a:lnTo>
                    <a:pt x="2324" y="1381589"/>
                  </a:lnTo>
                  <a:lnTo>
                    <a:pt x="3447" y="1381124"/>
                  </a:lnTo>
                  <a:lnTo>
                    <a:pt x="6077" y="1381124"/>
                  </a:lnTo>
                  <a:lnTo>
                    <a:pt x="7200" y="1381589"/>
                  </a:lnTo>
                  <a:lnTo>
                    <a:pt x="9060" y="1383449"/>
                  </a:lnTo>
                  <a:lnTo>
                    <a:pt x="9524" y="1384572"/>
                  </a:lnTo>
                  <a:lnTo>
                    <a:pt x="9524" y="1387202"/>
                  </a:lnTo>
                  <a:lnTo>
                    <a:pt x="9060" y="1388325"/>
                  </a:lnTo>
                  <a:lnTo>
                    <a:pt x="7200" y="1390184"/>
                  </a:lnTo>
                  <a:lnTo>
                    <a:pt x="6077" y="1390649"/>
                  </a:lnTo>
                  <a:close/>
                </a:path>
                <a:path w="9525" h="4248150">
                  <a:moveTo>
                    <a:pt x="6077" y="1343024"/>
                  </a:moveTo>
                  <a:lnTo>
                    <a:pt x="3447" y="1343024"/>
                  </a:lnTo>
                  <a:lnTo>
                    <a:pt x="2324" y="1342559"/>
                  </a:lnTo>
                  <a:lnTo>
                    <a:pt x="464" y="1340700"/>
                  </a:lnTo>
                  <a:lnTo>
                    <a:pt x="0" y="1339577"/>
                  </a:lnTo>
                  <a:lnTo>
                    <a:pt x="0" y="1336947"/>
                  </a:lnTo>
                  <a:lnTo>
                    <a:pt x="464" y="1335824"/>
                  </a:lnTo>
                  <a:lnTo>
                    <a:pt x="2324" y="1333964"/>
                  </a:lnTo>
                  <a:lnTo>
                    <a:pt x="3447" y="1333499"/>
                  </a:lnTo>
                  <a:lnTo>
                    <a:pt x="6077" y="1333499"/>
                  </a:lnTo>
                  <a:lnTo>
                    <a:pt x="7200" y="1333964"/>
                  </a:lnTo>
                  <a:lnTo>
                    <a:pt x="9060" y="1335824"/>
                  </a:lnTo>
                  <a:lnTo>
                    <a:pt x="9524" y="1336947"/>
                  </a:lnTo>
                  <a:lnTo>
                    <a:pt x="9524" y="1339577"/>
                  </a:lnTo>
                  <a:lnTo>
                    <a:pt x="9060" y="1340700"/>
                  </a:lnTo>
                  <a:lnTo>
                    <a:pt x="7200" y="1342559"/>
                  </a:lnTo>
                  <a:lnTo>
                    <a:pt x="6077" y="1343024"/>
                  </a:lnTo>
                  <a:close/>
                </a:path>
                <a:path w="9525" h="4248150">
                  <a:moveTo>
                    <a:pt x="6077" y="1295399"/>
                  </a:moveTo>
                  <a:lnTo>
                    <a:pt x="3447" y="1295399"/>
                  </a:lnTo>
                  <a:lnTo>
                    <a:pt x="2324" y="1294934"/>
                  </a:lnTo>
                  <a:lnTo>
                    <a:pt x="464" y="1293075"/>
                  </a:lnTo>
                  <a:lnTo>
                    <a:pt x="0" y="1291952"/>
                  </a:lnTo>
                  <a:lnTo>
                    <a:pt x="0" y="1289322"/>
                  </a:lnTo>
                  <a:lnTo>
                    <a:pt x="464" y="1288199"/>
                  </a:lnTo>
                  <a:lnTo>
                    <a:pt x="2324" y="1286340"/>
                  </a:lnTo>
                  <a:lnTo>
                    <a:pt x="3447" y="1285874"/>
                  </a:lnTo>
                  <a:lnTo>
                    <a:pt x="6077" y="1285874"/>
                  </a:lnTo>
                  <a:lnTo>
                    <a:pt x="7200" y="1286340"/>
                  </a:lnTo>
                  <a:lnTo>
                    <a:pt x="9060" y="1288199"/>
                  </a:lnTo>
                  <a:lnTo>
                    <a:pt x="9524" y="1289322"/>
                  </a:lnTo>
                  <a:lnTo>
                    <a:pt x="9524" y="1291952"/>
                  </a:lnTo>
                  <a:lnTo>
                    <a:pt x="9060" y="1293075"/>
                  </a:lnTo>
                  <a:lnTo>
                    <a:pt x="7200" y="1294934"/>
                  </a:lnTo>
                  <a:lnTo>
                    <a:pt x="6077" y="1295399"/>
                  </a:lnTo>
                  <a:close/>
                </a:path>
                <a:path w="9525" h="4248150">
                  <a:moveTo>
                    <a:pt x="6077" y="1247774"/>
                  </a:moveTo>
                  <a:lnTo>
                    <a:pt x="3447" y="1247774"/>
                  </a:lnTo>
                  <a:lnTo>
                    <a:pt x="2324" y="1247309"/>
                  </a:lnTo>
                  <a:lnTo>
                    <a:pt x="464" y="1245450"/>
                  </a:lnTo>
                  <a:lnTo>
                    <a:pt x="0" y="1244327"/>
                  </a:lnTo>
                  <a:lnTo>
                    <a:pt x="0" y="1241697"/>
                  </a:lnTo>
                  <a:lnTo>
                    <a:pt x="464" y="1240574"/>
                  </a:lnTo>
                  <a:lnTo>
                    <a:pt x="2324" y="1238715"/>
                  </a:lnTo>
                  <a:lnTo>
                    <a:pt x="3447" y="1238249"/>
                  </a:lnTo>
                  <a:lnTo>
                    <a:pt x="6077" y="1238249"/>
                  </a:lnTo>
                  <a:lnTo>
                    <a:pt x="7200" y="1238715"/>
                  </a:lnTo>
                  <a:lnTo>
                    <a:pt x="9060" y="1240574"/>
                  </a:lnTo>
                  <a:lnTo>
                    <a:pt x="9524" y="1241697"/>
                  </a:lnTo>
                  <a:lnTo>
                    <a:pt x="9524" y="1244327"/>
                  </a:lnTo>
                  <a:lnTo>
                    <a:pt x="9060" y="1245450"/>
                  </a:lnTo>
                  <a:lnTo>
                    <a:pt x="7200" y="1247309"/>
                  </a:lnTo>
                  <a:lnTo>
                    <a:pt x="6077" y="1247774"/>
                  </a:lnTo>
                  <a:close/>
                </a:path>
                <a:path w="9525" h="4248150">
                  <a:moveTo>
                    <a:pt x="6077" y="1200149"/>
                  </a:moveTo>
                  <a:lnTo>
                    <a:pt x="3447" y="1200149"/>
                  </a:lnTo>
                  <a:lnTo>
                    <a:pt x="2324" y="1199684"/>
                  </a:lnTo>
                  <a:lnTo>
                    <a:pt x="464" y="1197825"/>
                  </a:lnTo>
                  <a:lnTo>
                    <a:pt x="0" y="1196702"/>
                  </a:lnTo>
                  <a:lnTo>
                    <a:pt x="0" y="1194072"/>
                  </a:lnTo>
                  <a:lnTo>
                    <a:pt x="464" y="1192949"/>
                  </a:lnTo>
                  <a:lnTo>
                    <a:pt x="2324" y="1191090"/>
                  </a:lnTo>
                  <a:lnTo>
                    <a:pt x="3447" y="1190624"/>
                  </a:lnTo>
                  <a:lnTo>
                    <a:pt x="6077" y="1190624"/>
                  </a:lnTo>
                  <a:lnTo>
                    <a:pt x="7200" y="1191090"/>
                  </a:lnTo>
                  <a:lnTo>
                    <a:pt x="9060" y="1192949"/>
                  </a:lnTo>
                  <a:lnTo>
                    <a:pt x="9524" y="1194072"/>
                  </a:lnTo>
                  <a:lnTo>
                    <a:pt x="9524" y="1196702"/>
                  </a:lnTo>
                  <a:lnTo>
                    <a:pt x="9060" y="1197825"/>
                  </a:lnTo>
                  <a:lnTo>
                    <a:pt x="7200" y="1199684"/>
                  </a:lnTo>
                  <a:lnTo>
                    <a:pt x="6077" y="1200149"/>
                  </a:lnTo>
                  <a:close/>
                </a:path>
                <a:path w="9525" h="4248150">
                  <a:moveTo>
                    <a:pt x="6077" y="1152524"/>
                  </a:moveTo>
                  <a:lnTo>
                    <a:pt x="3447" y="1152524"/>
                  </a:lnTo>
                  <a:lnTo>
                    <a:pt x="2324" y="1152059"/>
                  </a:lnTo>
                  <a:lnTo>
                    <a:pt x="464" y="1150199"/>
                  </a:lnTo>
                  <a:lnTo>
                    <a:pt x="0" y="1149077"/>
                  </a:lnTo>
                  <a:lnTo>
                    <a:pt x="0" y="1146447"/>
                  </a:lnTo>
                  <a:lnTo>
                    <a:pt x="464" y="1145324"/>
                  </a:lnTo>
                  <a:lnTo>
                    <a:pt x="2324" y="1143464"/>
                  </a:lnTo>
                  <a:lnTo>
                    <a:pt x="3447" y="1142999"/>
                  </a:lnTo>
                  <a:lnTo>
                    <a:pt x="6077" y="1142999"/>
                  </a:lnTo>
                  <a:lnTo>
                    <a:pt x="7200" y="1143464"/>
                  </a:lnTo>
                  <a:lnTo>
                    <a:pt x="9060" y="1145324"/>
                  </a:lnTo>
                  <a:lnTo>
                    <a:pt x="9524" y="1146447"/>
                  </a:lnTo>
                  <a:lnTo>
                    <a:pt x="9524" y="1149077"/>
                  </a:lnTo>
                  <a:lnTo>
                    <a:pt x="9060" y="1150199"/>
                  </a:lnTo>
                  <a:lnTo>
                    <a:pt x="7200" y="1152059"/>
                  </a:lnTo>
                  <a:lnTo>
                    <a:pt x="6077" y="1152524"/>
                  </a:lnTo>
                  <a:close/>
                </a:path>
                <a:path w="9525" h="4248150">
                  <a:moveTo>
                    <a:pt x="6077" y="1104899"/>
                  </a:moveTo>
                  <a:lnTo>
                    <a:pt x="3447" y="1104899"/>
                  </a:lnTo>
                  <a:lnTo>
                    <a:pt x="2324" y="1104434"/>
                  </a:lnTo>
                  <a:lnTo>
                    <a:pt x="464" y="1102575"/>
                  </a:lnTo>
                  <a:lnTo>
                    <a:pt x="0" y="1101452"/>
                  </a:lnTo>
                  <a:lnTo>
                    <a:pt x="0" y="1098822"/>
                  </a:lnTo>
                  <a:lnTo>
                    <a:pt x="464" y="1097699"/>
                  </a:lnTo>
                  <a:lnTo>
                    <a:pt x="2324" y="1095839"/>
                  </a:lnTo>
                  <a:lnTo>
                    <a:pt x="3447" y="1095374"/>
                  </a:lnTo>
                  <a:lnTo>
                    <a:pt x="6077" y="1095374"/>
                  </a:lnTo>
                  <a:lnTo>
                    <a:pt x="7200" y="1095839"/>
                  </a:lnTo>
                  <a:lnTo>
                    <a:pt x="9060" y="1097699"/>
                  </a:lnTo>
                  <a:lnTo>
                    <a:pt x="9524" y="1098822"/>
                  </a:lnTo>
                  <a:lnTo>
                    <a:pt x="9524" y="1101452"/>
                  </a:lnTo>
                  <a:lnTo>
                    <a:pt x="9060" y="1102575"/>
                  </a:lnTo>
                  <a:lnTo>
                    <a:pt x="7200" y="1104434"/>
                  </a:lnTo>
                  <a:lnTo>
                    <a:pt x="6077" y="1104899"/>
                  </a:lnTo>
                  <a:close/>
                </a:path>
                <a:path w="9525" h="4248150">
                  <a:moveTo>
                    <a:pt x="6077" y="1057274"/>
                  </a:moveTo>
                  <a:lnTo>
                    <a:pt x="3447" y="1057274"/>
                  </a:lnTo>
                  <a:lnTo>
                    <a:pt x="2324" y="1056809"/>
                  </a:lnTo>
                  <a:lnTo>
                    <a:pt x="464" y="1054950"/>
                  </a:lnTo>
                  <a:lnTo>
                    <a:pt x="0" y="1053827"/>
                  </a:lnTo>
                  <a:lnTo>
                    <a:pt x="0" y="1051197"/>
                  </a:lnTo>
                  <a:lnTo>
                    <a:pt x="464" y="1050074"/>
                  </a:lnTo>
                  <a:lnTo>
                    <a:pt x="2324" y="1048215"/>
                  </a:lnTo>
                  <a:lnTo>
                    <a:pt x="3447" y="1047749"/>
                  </a:lnTo>
                  <a:lnTo>
                    <a:pt x="6077" y="1047749"/>
                  </a:lnTo>
                  <a:lnTo>
                    <a:pt x="7200" y="1048215"/>
                  </a:lnTo>
                  <a:lnTo>
                    <a:pt x="9060" y="1050074"/>
                  </a:lnTo>
                  <a:lnTo>
                    <a:pt x="9524" y="1051197"/>
                  </a:lnTo>
                  <a:lnTo>
                    <a:pt x="9524" y="1053827"/>
                  </a:lnTo>
                  <a:lnTo>
                    <a:pt x="9060" y="1054950"/>
                  </a:lnTo>
                  <a:lnTo>
                    <a:pt x="7200" y="1056809"/>
                  </a:lnTo>
                  <a:lnTo>
                    <a:pt x="6077" y="1057274"/>
                  </a:lnTo>
                  <a:close/>
                </a:path>
                <a:path w="9525" h="4248150">
                  <a:moveTo>
                    <a:pt x="6077" y="1009649"/>
                  </a:moveTo>
                  <a:lnTo>
                    <a:pt x="3447" y="1009649"/>
                  </a:lnTo>
                  <a:lnTo>
                    <a:pt x="2324" y="1009184"/>
                  </a:lnTo>
                  <a:lnTo>
                    <a:pt x="464" y="1007325"/>
                  </a:lnTo>
                  <a:lnTo>
                    <a:pt x="0" y="1006202"/>
                  </a:lnTo>
                  <a:lnTo>
                    <a:pt x="0" y="1003572"/>
                  </a:lnTo>
                  <a:lnTo>
                    <a:pt x="464" y="1002449"/>
                  </a:lnTo>
                  <a:lnTo>
                    <a:pt x="2324" y="1000590"/>
                  </a:lnTo>
                  <a:lnTo>
                    <a:pt x="3447" y="1000124"/>
                  </a:lnTo>
                  <a:lnTo>
                    <a:pt x="6077" y="1000124"/>
                  </a:lnTo>
                  <a:lnTo>
                    <a:pt x="7200" y="1000590"/>
                  </a:lnTo>
                  <a:lnTo>
                    <a:pt x="9060" y="1002449"/>
                  </a:lnTo>
                  <a:lnTo>
                    <a:pt x="9524" y="1003572"/>
                  </a:lnTo>
                  <a:lnTo>
                    <a:pt x="9524" y="1006202"/>
                  </a:lnTo>
                  <a:lnTo>
                    <a:pt x="9060" y="1007325"/>
                  </a:lnTo>
                  <a:lnTo>
                    <a:pt x="7200" y="1009184"/>
                  </a:lnTo>
                  <a:lnTo>
                    <a:pt x="6077" y="1009649"/>
                  </a:lnTo>
                  <a:close/>
                </a:path>
                <a:path w="9525" h="4248150">
                  <a:moveTo>
                    <a:pt x="6077" y="962024"/>
                  </a:moveTo>
                  <a:lnTo>
                    <a:pt x="3447" y="962024"/>
                  </a:lnTo>
                  <a:lnTo>
                    <a:pt x="2324" y="961559"/>
                  </a:lnTo>
                  <a:lnTo>
                    <a:pt x="464" y="959700"/>
                  </a:lnTo>
                  <a:lnTo>
                    <a:pt x="0" y="958577"/>
                  </a:lnTo>
                  <a:lnTo>
                    <a:pt x="0" y="955947"/>
                  </a:lnTo>
                  <a:lnTo>
                    <a:pt x="464" y="954824"/>
                  </a:lnTo>
                  <a:lnTo>
                    <a:pt x="2324" y="952964"/>
                  </a:lnTo>
                  <a:lnTo>
                    <a:pt x="3447" y="952499"/>
                  </a:lnTo>
                  <a:lnTo>
                    <a:pt x="6077" y="952499"/>
                  </a:lnTo>
                  <a:lnTo>
                    <a:pt x="7200" y="952964"/>
                  </a:lnTo>
                  <a:lnTo>
                    <a:pt x="9060" y="954824"/>
                  </a:lnTo>
                  <a:lnTo>
                    <a:pt x="9524" y="955947"/>
                  </a:lnTo>
                  <a:lnTo>
                    <a:pt x="9524" y="958577"/>
                  </a:lnTo>
                  <a:lnTo>
                    <a:pt x="9060" y="959700"/>
                  </a:lnTo>
                  <a:lnTo>
                    <a:pt x="7200" y="961559"/>
                  </a:lnTo>
                  <a:lnTo>
                    <a:pt x="6077" y="962024"/>
                  </a:lnTo>
                  <a:close/>
                </a:path>
                <a:path w="9525" h="4248150">
                  <a:moveTo>
                    <a:pt x="6077" y="914399"/>
                  </a:moveTo>
                  <a:lnTo>
                    <a:pt x="3447" y="914399"/>
                  </a:lnTo>
                  <a:lnTo>
                    <a:pt x="2324" y="913934"/>
                  </a:lnTo>
                  <a:lnTo>
                    <a:pt x="464" y="912075"/>
                  </a:lnTo>
                  <a:lnTo>
                    <a:pt x="0" y="910952"/>
                  </a:lnTo>
                  <a:lnTo>
                    <a:pt x="0" y="908322"/>
                  </a:lnTo>
                  <a:lnTo>
                    <a:pt x="464" y="907199"/>
                  </a:lnTo>
                  <a:lnTo>
                    <a:pt x="2324" y="905339"/>
                  </a:lnTo>
                  <a:lnTo>
                    <a:pt x="3447" y="904874"/>
                  </a:lnTo>
                  <a:lnTo>
                    <a:pt x="6077" y="904874"/>
                  </a:lnTo>
                  <a:lnTo>
                    <a:pt x="7200" y="905339"/>
                  </a:lnTo>
                  <a:lnTo>
                    <a:pt x="9060" y="907199"/>
                  </a:lnTo>
                  <a:lnTo>
                    <a:pt x="9524" y="908322"/>
                  </a:lnTo>
                  <a:lnTo>
                    <a:pt x="9524" y="910952"/>
                  </a:lnTo>
                  <a:lnTo>
                    <a:pt x="9060" y="912075"/>
                  </a:lnTo>
                  <a:lnTo>
                    <a:pt x="7200" y="913934"/>
                  </a:lnTo>
                  <a:lnTo>
                    <a:pt x="6077" y="914399"/>
                  </a:lnTo>
                  <a:close/>
                </a:path>
                <a:path w="9525" h="4248150">
                  <a:moveTo>
                    <a:pt x="6077" y="866774"/>
                  </a:moveTo>
                  <a:lnTo>
                    <a:pt x="3447" y="866774"/>
                  </a:lnTo>
                  <a:lnTo>
                    <a:pt x="2324" y="866309"/>
                  </a:lnTo>
                  <a:lnTo>
                    <a:pt x="464" y="864450"/>
                  </a:lnTo>
                  <a:lnTo>
                    <a:pt x="0" y="863327"/>
                  </a:lnTo>
                  <a:lnTo>
                    <a:pt x="0" y="860697"/>
                  </a:lnTo>
                  <a:lnTo>
                    <a:pt x="464" y="859574"/>
                  </a:lnTo>
                  <a:lnTo>
                    <a:pt x="2324" y="857714"/>
                  </a:lnTo>
                  <a:lnTo>
                    <a:pt x="3447" y="857249"/>
                  </a:lnTo>
                  <a:lnTo>
                    <a:pt x="6077" y="857249"/>
                  </a:lnTo>
                  <a:lnTo>
                    <a:pt x="7200" y="857714"/>
                  </a:lnTo>
                  <a:lnTo>
                    <a:pt x="9060" y="859574"/>
                  </a:lnTo>
                  <a:lnTo>
                    <a:pt x="9524" y="860697"/>
                  </a:lnTo>
                  <a:lnTo>
                    <a:pt x="9524" y="863327"/>
                  </a:lnTo>
                  <a:lnTo>
                    <a:pt x="9060" y="864450"/>
                  </a:lnTo>
                  <a:lnTo>
                    <a:pt x="7200" y="866309"/>
                  </a:lnTo>
                  <a:lnTo>
                    <a:pt x="6077" y="866774"/>
                  </a:lnTo>
                  <a:close/>
                </a:path>
                <a:path w="9525" h="4248150">
                  <a:moveTo>
                    <a:pt x="6077" y="819149"/>
                  </a:moveTo>
                  <a:lnTo>
                    <a:pt x="3447" y="819149"/>
                  </a:lnTo>
                  <a:lnTo>
                    <a:pt x="2324" y="818684"/>
                  </a:lnTo>
                  <a:lnTo>
                    <a:pt x="464" y="816825"/>
                  </a:lnTo>
                  <a:lnTo>
                    <a:pt x="0" y="815702"/>
                  </a:lnTo>
                  <a:lnTo>
                    <a:pt x="0" y="813072"/>
                  </a:lnTo>
                  <a:lnTo>
                    <a:pt x="464" y="811949"/>
                  </a:lnTo>
                  <a:lnTo>
                    <a:pt x="2324" y="810090"/>
                  </a:lnTo>
                  <a:lnTo>
                    <a:pt x="3447" y="809624"/>
                  </a:lnTo>
                  <a:lnTo>
                    <a:pt x="6077" y="809624"/>
                  </a:lnTo>
                  <a:lnTo>
                    <a:pt x="7200" y="810090"/>
                  </a:lnTo>
                  <a:lnTo>
                    <a:pt x="9060" y="811949"/>
                  </a:lnTo>
                  <a:lnTo>
                    <a:pt x="9524" y="813072"/>
                  </a:lnTo>
                  <a:lnTo>
                    <a:pt x="9524" y="815702"/>
                  </a:lnTo>
                  <a:lnTo>
                    <a:pt x="9060" y="816825"/>
                  </a:lnTo>
                  <a:lnTo>
                    <a:pt x="7200" y="818684"/>
                  </a:lnTo>
                  <a:lnTo>
                    <a:pt x="6077" y="819149"/>
                  </a:lnTo>
                  <a:close/>
                </a:path>
                <a:path w="9525" h="4248150">
                  <a:moveTo>
                    <a:pt x="6077" y="771524"/>
                  </a:moveTo>
                  <a:lnTo>
                    <a:pt x="3447" y="771524"/>
                  </a:lnTo>
                  <a:lnTo>
                    <a:pt x="2324" y="771059"/>
                  </a:lnTo>
                  <a:lnTo>
                    <a:pt x="464" y="769200"/>
                  </a:lnTo>
                  <a:lnTo>
                    <a:pt x="0" y="768077"/>
                  </a:lnTo>
                  <a:lnTo>
                    <a:pt x="0" y="765447"/>
                  </a:lnTo>
                  <a:lnTo>
                    <a:pt x="464" y="764324"/>
                  </a:lnTo>
                  <a:lnTo>
                    <a:pt x="2324" y="762465"/>
                  </a:lnTo>
                  <a:lnTo>
                    <a:pt x="3447" y="761999"/>
                  </a:lnTo>
                  <a:lnTo>
                    <a:pt x="6077" y="761999"/>
                  </a:lnTo>
                  <a:lnTo>
                    <a:pt x="7200" y="762465"/>
                  </a:lnTo>
                  <a:lnTo>
                    <a:pt x="9060" y="764324"/>
                  </a:lnTo>
                  <a:lnTo>
                    <a:pt x="9524" y="765447"/>
                  </a:lnTo>
                  <a:lnTo>
                    <a:pt x="9524" y="768077"/>
                  </a:lnTo>
                  <a:lnTo>
                    <a:pt x="9060" y="769200"/>
                  </a:lnTo>
                  <a:lnTo>
                    <a:pt x="7200" y="771059"/>
                  </a:lnTo>
                  <a:lnTo>
                    <a:pt x="6077" y="771524"/>
                  </a:lnTo>
                  <a:close/>
                </a:path>
                <a:path w="9525" h="4248150">
                  <a:moveTo>
                    <a:pt x="6077" y="723899"/>
                  </a:moveTo>
                  <a:lnTo>
                    <a:pt x="3447" y="723899"/>
                  </a:lnTo>
                  <a:lnTo>
                    <a:pt x="2324" y="723434"/>
                  </a:lnTo>
                  <a:lnTo>
                    <a:pt x="464" y="721575"/>
                  </a:lnTo>
                  <a:lnTo>
                    <a:pt x="0" y="720452"/>
                  </a:lnTo>
                  <a:lnTo>
                    <a:pt x="0" y="717822"/>
                  </a:lnTo>
                  <a:lnTo>
                    <a:pt x="464" y="716699"/>
                  </a:lnTo>
                  <a:lnTo>
                    <a:pt x="2324" y="714840"/>
                  </a:lnTo>
                  <a:lnTo>
                    <a:pt x="3447" y="714374"/>
                  </a:lnTo>
                  <a:lnTo>
                    <a:pt x="6077" y="714374"/>
                  </a:lnTo>
                  <a:lnTo>
                    <a:pt x="7200" y="714840"/>
                  </a:lnTo>
                  <a:lnTo>
                    <a:pt x="9060" y="716699"/>
                  </a:lnTo>
                  <a:lnTo>
                    <a:pt x="9524" y="717822"/>
                  </a:lnTo>
                  <a:lnTo>
                    <a:pt x="9524" y="720452"/>
                  </a:lnTo>
                  <a:lnTo>
                    <a:pt x="9060" y="721575"/>
                  </a:lnTo>
                  <a:lnTo>
                    <a:pt x="7200" y="723434"/>
                  </a:lnTo>
                  <a:lnTo>
                    <a:pt x="6077" y="723899"/>
                  </a:lnTo>
                  <a:close/>
                </a:path>
                <a:path w="9525" h="4248150">
                  <a:moveTo>
                    <a:pt x="6077" y="676274"/>
                  </a:moveTo>
                  <a:lnTo>
                    <a:pt x="3447" y="676274"/>
                  </a:lnTo>
                  <a:lnTo>
                    <a:pt x="2324" y="675809"/>
                  </a:lnTo>
                  <a:lnTo>
                    <a:pt x="464" y="673949"/>
                  </a:lnTo>
                  <a:lnTo>
                    <a:pt x="0" y="672827"/>
                  </a:lnTo>
                  <a:lnTo>
                    <a:pt x="0" y="670197"/>
                  </a:lnTo>
                  <a:lnTo>
                    <a:pt x="464" y="669074"/>
                  </a:lnTo>
                  <a:lnTo>
                    <a:pt x="2324" y="667215"/>
                  </a:lnTo>
                  <a:lnTo>
                    <a:pt x="3447" y="666749"/>
                  </a:lnTo>
                  <a:lnTo>
                    <a:pt x="6077" y="666749"/>
                  </a:lnTo>
                  <a:lnTo>
                    <a:pt x="7200" y="667215"/>
                  </a:lnTo>
                  <a:lnTo>
                    <a:pt x="9060" y="669074"/>
                  </a:lnTo>
                  <a:lnTo>
                    <a:pt x="9524" y="670197"/>
                  </a:lnTo>
                  <a:lnTo>
                    <a:pt x="9524" y="672827"/>
                  </a:lnTo>
                  <a:lnTo>
                    <a:pt x="9060" y="673949"/>
                  </a:lnTo>
                  <a:lnTo>
                    <a:pt x="7200" y="675809"/>
                  </a:lnTo>
                  <a:lnTo>
                    <a:pt x="6077" y="676274"/>
                  </a:lnTo>
                  <a:close/>
                </a:path>
                <a:path w="9525" h="4248150">
                  <a:moveTo>
                    <a:pt x="6077" y="628649"/>
                  </a:moveTo>
                  <a:lnTo>
                    <a:pt x="3447" y="628649"/>
                  </a:lnTo>
                  <a:lnTo>
                    <a:pt x="2324" y="628184"/>
                  </a:lnTo>
                  <a:lnTo>
                    <a:pt x="464" y="626325"/>
                  </a:lnTo>
                  <a:lnTo>
                    <a:pt x="0" y="625202"/>
                  </a:lnTo>
                  <a:lnTo>
                    <a:pt x="0" y="622572"/>
                  </a:lnTo>
                  <a:lnTo>
                    <a:pt x="464" y="621449"/>
                  </a:lnTo>
                  <a:lnTo>
                    <a:pt x="2324" y="619589"/>
                  </a:lnTo>
                  <a:lnTo>
                    <a:pt x="3447" y="619124"/>
                  </a:lnTo>
                  <a:lnTo>
                    <a:pt x="6077" y="619124"/>
                  </a:lnTo>
                  <a:lnTo>
                    <a:pt x="7200" y="619589"/>
                  </a:lnTo>
                  <a:lnTo>
                    <a:pt x="9060" y="621449"/>
                  </a:lnTo>
                  <a:lnTo>
                    <a:pt x="9524" y="622572"/>
                  </a:lnTo>
                  <a:lnTo>
                    <a:pt x="9524" y="625202"/>
                  </a:lnTo>
                  <a:lnTo>
                    <a:pt x="9060" y="626325"/>
                  </a:lnTo>
                  <a:lnTo>
                    <a:pt x="7200" y="628184"/>
                  </a:lnTo>
                  <a:lnTo>
                    <a:pt x="6077" y="628649"/>
                  </a:lnTo>
                  <a:close/>
                </a:path>
                <a:path w="9525" h="4248150">
                  <a:moveTo>
                    <a:pt x="6077" y="581024"/>
                  </a:moveTo>
                  <a:lnTo>
                    <a:pt x="3447" y="581024"/>
                  </a:lnTo>
                  <a:lnTo>
                    <a:pt x="2324" y="580559"/>
                  </a:lnTo>
                  <a:lnTo>
                    <a:pt x="464" y="578700"/>
                  </a:lnTo>
                  <a:lnTo>
                    <a:pt x="0" y="577577"/>
                  </a:lnTo>
                  <a:lnTo>
                    <a:pt x="0" y="574947"/>
                  </a:lnTo>
                  <a:lnTo>
                    <a:pt x="464" y="573824"/>
                  </a:lnTo>
                  <a:lnTo>
                    <a:pt x="2324" y="571965"/>
                  </a:lnTo>
                  <a:lnTo>
                    <a:pt x="3447" y="571499"/>
                  </a:lnTo>
                  <a:lnTo>
                    <a:pt x="6077" y="571499"/>
                  </a:lnTo>
                  <a:lnTo>
                    <a:pt x="7200" y="571965"/>
                  </a:lnTo>
                  <a:lnTo>
                    <a:pt x="9060" y="573824"/>
                  </a:lnTo>
                  <a:lnTo>
                    <a:pt x="9524" y="574947"/>
                  </a:lnTo>
                  <a:lnTo>
                    <a:pt x="9524" y="577577"/>
                  </a:lnTo>
                  <a:lnTo>
                    <a:pt x="9060" y="578700"/>
                  </a:lnTo>
                  <a:lnTo>
                    <a:pt x="7200" y="580559"/>
                  </a:lnTo>
                  <a:lnTo>
                    <a:pt x="6077" y="581024"/>
                  </a:lnTo>
                  <a:close/>
                </a:path>
                <a:path w="9525" h="4248150">
                  <a:moveTo>
                    <a:pt x="6077" y="533399"/>
                  </a:moveTo>
                  <a:lnTo>
                    <a:pt x="3447" y="533399"/>
                  </a:lnTo>
                  <a:lnTo>
                    <a:pt x="2324" y="532934"/>
                  </a:lnTo>
                  <a:lnTo>
                    <a:pt x="464" y="531075"/>
                  </a:lnTo>
                  <a:lnTo>
                    <a:pt x="0" y="529952"/>
                  </a:lnTo>
                  <a:lnTo>
                    <a:pt x="0" y="527322"/>
                  </a:lnTo>
                  <a:lnTo>
                    <a:pt x="464" y="526199"/>
                  </a:lnTo>
                  <a:lnTo>
                    <a:pt x="2324" y="524340"/>
                  </a:lnTo>
                  <a:lnTo>
                    <a:pt x="3447" y="523874"/>
                  </a:lnTo>
                  <a:lnTo>
                    <a:pt x="6077" y="523874"/>
                  </a:lnTo>
                  <a:lnTo>
                    <a:pt x="7200" y="524340"/>
                  </a:lnTo>
                  <a:lnTo>
                    <a:pt x="9060" y="526199"/>
                  </a:lnTo>
                  <a:lnTo>
                    <a:pt x="9524" y="527322"/>
                  </a:lnTo>
                  <a:lnTo>
                    <a:pt x="9524" y="529952"/>
                  </a:lnTo>
                  <a:lnTo>
                    <a:pt x="9060" y="531075"/>
                  </a:lnTo>
                  <a:lnTo>
                    <a:pt x="7200" y="532934"/>
                  </a:lnTo>
                  <a:lnTo>
                    <a:pt x="6077" y="533399"/>
                  </a:lnTo>
                  <a:close/>
                </a:path>
                <a:path w="9525" h="4248150">
                  <a:moveTo>
                    <a:pt x="6077" y="485774"/>
                  </a:moveTo>
                  <a:lnTo>
                    <a:pt x="3447" y="485774"/>
                  </a:lnTo>
                  <a:lnTo>
                    <a:pt x="2324" y="485309"/>
                  </a:lnTo>
                  <a:lnTo>
                    <a:pt x="464" y="483450"/>
                  </a:lnTo>
                  <a:lnTo>
                    <a:pt x="0" y="482327"/>
                  </a:lnTo>
                  <a:lnTo>
                    <a:pt x="0" y="479697"/>
                  </a:lnTo>
                  <a:lnTo>
                    <a:pt x="464" y="478574"/>
                  </a:lnTo>
                  <a:lnTo>
                    <a:pt x="2324" y="476714"/>
                  </a:lnTo>
                  <a:lnTo>
                    <a:pt x="3447" y="476249"/>
                  </a:lnTo>
                  <a:lnTo>
                    <a:pt x="6077" y="476249"/>
                  </a:lnTo>
                  <a:lnTo>
                    <a:pt x="7200" y="476714"/>
                  </a:lnTo>
                  <a:lnTo>
                    <a:pt x="9060" y="478574"/>
                  </a:lnTo>
                  <a:lnTo>
                    <a:pt x="9524" y="479697"/>
                  </a:lnTo>
                  <a:lnTo>
                    <a:pt x="9524" y="482327"/>
                  </a:lnTo>
                  <a:lnTo>
                    <a:pt x="9060" y="483450"/>
                  </a:lnTo>
                  <a:lnTo>
                    <a:pt x="7200" y="485309"/>
                  </a:lnTo>
                  <a:lnTo>
                    <a:pt x="6077" y="485774"/>
                  </a:lnTo>
                  <a:close/>
                </a:path>
                <a:path w="9525" h="4248150">
                  <a:moveTo>
                    <a:pt x="6077" y="438149"/>
                  </a:moveTo>
                  <a:lnTo>
                    <a:pt x="3447" y="438149"/>
                  </a:lnTo>
                  <a:lnTo>
                    <a:pt x="2324" y="437684"/>
                  </a:lnTo>
                  <a:lnTo>
                    <a:pt x="464" y="435825"/>
                  </a:lnTo>
                  <a:lnTo>
                    <a:pt x="0" y="434702"/>
                  </a:lnTo>
                  <a:lnTo>
                    <a:pt x="0" y="432072"/>
                  </a:lnTo>
                  <a:lnTo>
                    <a:pt x="464" y="430949"/>
                  </a:lnTo>
                  <a:lnTo>
                    <a:pt x="2324" y="429089"/>
                  </a:lnTo>
                  <a:lnTo>
                    <a:pt x="3447" y="428624"/>
                  </a:lnTo>
                  <a:lnTo>
                    <a:pt x="6077" y="428624"/>
                  </a:lnTo>
                  <a:lnTo>
                    <a:pt x="7200" y="429089"/>
                  </a:lnTo>
                  <a:lnTo>
                    <a:pt x="9060" y="430949"/>
                  </a:lnTo>
                  <a:lnTo>
                    <a:pt x="9524" y="432072"/>
                  </a:lnTo>
                  <a:lnTo>
                    <a:pt x="9524" y="434702"/>
                  </a:lnTo>
                  <a:lnTo>
                    <a:pt x="9060" y="435825"/>
                  </a:lnTo>
                  <a:lnTo>
                    <a:pt x="7200" y="437684"/>
                  </a:lnTo>
                  <a:lnTo>
                    <a:pt x="6077" y="438149"/>
                  </a:lnTo>
                  <a:close/>
                </a:path>
                <a:path w="9525" h="4248150">
                  <a:moveTo>
                    <a:pt x="6077" y="390524"/>
                  </a:moveTo>
                  <a:lnTo>
                    <a:pt x="3447" y="390524"/>
                  </a:lnTo>
                  <a:lnTo>
                    <a:pt x="2324" y="390059"/>
                  </a:lnTo>
                  <a:lnTo>
                    <a:pt x="464" y="388200"/>
                  </a:lnTo>
                  <a:lnTo>
                    <a:pt x="0" y="387077"/>
                  </a:lnTo>
                  <a:lnTo>
                    <a:pt x="0" y="384447"/>
                  </a:lnTo>
                  <a:lnTo>
                    <a:pt x="464" y="383324"/>
                  </a:lnTo>
                  <a:lnTo>
                    <a:pt x="2324" y="381464"/>
                  </a:lnTo>
                  <a:lnTo>
                    <a:pt x="3447" y="380999"/>
                  </a:lnTo>
                  <a:lnTo>
                    <a:pt x="6077" y="380999"/>
                  </a:lnTo>
                  <a:lnTo>
                    <a:pt x="7200" y="381464"/>
                  </a:lnTo>
                  <a:lnTo>
                    <a:pt x="9060" y="383324"/>
                  </a:lnTo>
                  <a:lnTo>
                    <a:pt x="9524" y="384447"/>
                  </a:lnTo>
                  <a:lnTo>
                    <a:pt x="9524" y="387077"/>
                  </a:lnTo>
                  <a:lnTo>
                    <a:pt x="9060" y="388200"/>
                  </a:lnTo>
                  <a:lnTo>
                    <a:pt x="7200" y="390059"/>
                  </a:lnTo>
                  <a:lnTo>
                    <a:pt x="6077" y="390524"/>
                  </a:lnTo>
                  <a:close/>
                </a:path>
                <a:path w="9525" h="4248150">
                  <a:moveTo>
                    <a:pt x="6077" y="342899"/>
                  </a:moveTo>
                  <a:lnTo>
                    <a:pt x="3447" y="342899"/>
                  </a:lnTo>
                  <a:lnTo>
                    <a:pt x="2324" y="342434"/>
                  </a:lnTo>
                  <a:lnTo>
                    <a:pt x="464" y="340575"/>
                  </a:lnTo>
                  <a:lnTo>
                    <a:pt x="0" y="339452"/>
                  </a:lnTo>
                  <a:lnTo>
                    <a:pt x="0" y="336822"/>
                  </a:lnTo>
                  <a:lnTo>
                    <a:pt x="464" y="335699"/>
                  </a:lnTo>
                  <a:lnTo>
                    <a:pt x="2324" y="333840"/>
                  </a:lnTo>
                  <a:lnTo>
                    <a:pt x="3447" y="333374"/>
                  </a:lnTo>
                  <a:lnTo>
                    <a:pt x="6077" y="333374"/>
                  </a:lnTo>
                  <a:lnTo>
                    <a:pt x="7200" y="333840"/>
                  </a:lnTo>
                  <a:lnTo>
                    <a:pt x="9060" y="335699"/>
                  </a:lnTo>
                  <a:lnTo>
                    <a:pt x="9524" y="336822"/>
                  </a:lnTo>
                  <a:lnTo>
                    <a:pt x="9524" y="339452"/>
                  </a:lnTo>
                  <a:lnTo>
                    <a:pt x="9060" y="340575"/>
                  </a:lnTo>
                  <a:lnTo>
                    <a:pt x="7200" y="342434"/>
                  </a:lnTo>
                  <a:lnTo>
                    <a:pt x="6077" y="342899"/>
                  </a:lnTo>
                  <a:close/>
                </a:path>
                <a:path w="9525" h="4248150">
                  <a:moveTo>
                    <a:pt x="6077" y="295274"/>
                  </a:moveTo>
                  <a:lnTo>
                    <a:pt x="3447" y="295274"/>
                  </a:lnTo>
                  <a:lnTo>
                    <a:pt x="2324" y="294809"/>
                  </a:lnTo>
                  <a:lnTo>
                    <a:pt x="464" y="292950"/>
                  </a:lnTo>
                  <a:lnTo>
                    <a:pt x="0" y="291827"/>
                  </a:lnTo>
                  <a:lnTo>
                    <a:pt x="0" y="289197"/>
                  </a:lnTo>
                  <a:lnTo>
                    <a:pt x="464" y="288074"/>
                  </a:lnTo>
                  <a:lnTo>
                    <a:pt x="2324" y="286215"/>
                  </a:lnTo>
                  <a:lnTo>
                    <a:pt x="3447" y="285749"/>
                  </a:lnTo>
                  <a:lnTo>
                    <a:pt x="6077" y="285749"/>
                  </a:lnTo>
                  <a:lnTo>
                    <a:pt x="7200" y="286215"/>
                  </a:lnTo>
                  <a:lnTo>
                    <a:pt x="9060" y="288074"/>
                  </a:lnTo>
                  <a:lnTo>
                    <a:pt x="9524" y="289197"/>
                  </a:lnTo>
                  <a:lnTo>
                    <a:pt x="9524" y="291827"/>
                  </a:lnTo>
                  <a:lnTo>
                    <a:pt x="9060" y="292950"/>
                  </a:lnTo>
                  <a:lnTo>
                    <a:pt x="7200" y="294809"/>
                  </a:lnTo>
                  <a:lnTo>
                    <a:pt x="6077" y="295274"/>
                  </a:lnTo>
                  <a:close/>
                </a:path>
                <a:path w="9525" h="4248150">
                  <a:moveTo>
                    <a:pt x="6077" y="247649"/>
                  </a:moveTo>
                  <a:lnTo>
                    <a:pt x="3447" y="247649"/>
                  </a:lnTo>
                  <a:lnTo>
                    <a:pt x="2324" y="247184"/>
                  </a:lnTo>
                  <a:lnTo>
                    <a:pt x="464" y="245325"/>
                  </a:lnTo>
                  <a:lnTo>
                    <a:pt x="0" y="244202"/>
                  </a:lnTo>
                  <a:lnTo>
                    <a:pt x="0" y="241572"/>
                  </a:lnTo>
                  <a:lnTo>
                    <a:pt x="464" y="240449"/>
                  </a:lnTo>
                  <a:lnTo>
                    <a:pt x="2324" y="238590"/>
                  </a:lnTo>
                  <a:lnTo>
                    <a:pt x="3447" y="238124"/>
                  </a:lnTo>
                  <a:lnTo>
                    <a:pt x="6077" y="238124"/>
                  </a:lnTo>
                  <a:lnTo>
                    <a:pt x="7200" y="238590"/>
                  </a:lnTo>
                  <a:lnTo>
                    <a:pt x="9060" y="240449"/>
                  </a:lnTo>
                  <a:lnTo>
                    <a:pt x="9524" y="241572"/>
                  </a:lnTo>
                  <a:lnTo>
                    <a:pt x="9524" y="244202"/>
                  </a:lnTo>
                  <a:lnTo>
                    <a:pt x="9060" y="245325"/>
                  </a:lnTo>
                  <a:lnTo>
                    <a:pt x="7200" y="247184"/>
                  </a:lnTo>
                  <a:lnTo>
                    <a:pt x="6077" y="247649"/>
                  </a:lnTo>
                  <a:close/>
                </a:path>
                <a:path w="9525" h="4248150">
                  <a:moveTo>
                    <a:pt x="6077" y="200024"/>
                  </a:moveTo>
                  <a:lnTo>
                    <a:pt x="3447" y="200024"/>
                  </a:lnTo>
                  <a:lnTo>
                    <a:pt x="2324" y="199559"/>
                  </a:lnTo>
                  <a:lnTo>
                    <a:pt x="464" y="197700"/>
                  </a:lnTo>
                  <a:lnTo>
                    <a:pt x="0" y="196577"/>
                  </a:lnTo>
                  <a:lnTo>
                    <a:pt x="0" y="193947"/>
                  </a:lnTo>
                  <a:lnTo>
                    <a:pt x="464" y="192824"/>
                  </a:lnTo>
                  <a:lnTo>
                    <a:pt x="2324" y="190965"/>
                  </a:lnTo>
                  <a:lnTo>
                    <a:pt x="3447" y="190499"/>
                  </a:lnTo>
                  <a:lnTo>
                    <a:pt x="6077" y="190499"/>
                  </a:lnTo>
                  <a:lnTo>
                    <a:pt x="7200" y="190965"/>
                  </a:lnTo>
                  <a:lnTo>
                    <a:pt x="9060" y="192824"/>
                  </a:lnTo>
                  <a:lnTo>
                    <a:pt x="9524" y="193947"/>
                  </a:lnTo>
                  <a:lnTo>
                    <a:pt x="9524" y="196577"/>
                  </a:lnTo>
                  <a:lnTo>
                    <a:pt x="9060" y="197700"/>
                  </a:lnTo>
                  <a:lnTo>
                    <a:pt x="7200" y="199559"/>
                  </a:lnTo>
                  <a:lnTo>
                    <a:pt x="6077" y="200024"/>
                  </a:lnTo>
                  <a:close/>
                </a:path>
                <a:path w="9525" h="4248150">
                  <a:moveTo>
                    <a:pt x="6077" y="152399"/>
                  </a:moveTo>
                  <a:lnTo>
                    <a:pt x="3447" y="152399"/>
                  </a:lnTo>
                  <a:lnTo>
                    <a:pt x="2324" y="151934"/>
                  </a:lnTo>
                  <a:lnTo>
                    <a:pt x="464" y="150075"/>
                  </a:lnTo>
                  <a:lnTo>
                    <a:pt x="0" y="148952"/>
                  </a:lnTo>
                  <a:lnTo>
                    <a:pt x="0" y="146322"/>
                  </a:lnTo>
                  <a:lnTo>
                    <a:pt x="464" y="145199"/>
                  </a:lnTo>
                  <a:lnTo>
                    <a:pt x="2324" y="143340"/>
                  </a:lnTo>
                  <a:lnTo>
                    <a:pt x="3447" y="142874"/>
                  </a:lnTo>
                  <a:lnTo>
                    <a:pt x="6077" y="142874"/>
                  </a:lnTo>
                  <a:lnTo>
                    <a:pt x="7200" y="143340"/>
                  </a:lnTo>
                  <a:lnTo>
                    <a:pt x="9060" y="145199"/>
                  </a:lnTo>
                  <a:lnTo>
                    <a:pt x="9524" y="146322"/>
                  </a:lnTo>
                  <a:lnTo>
                    <a:pt x="9524" y="148952"/>
                  </a:lnTo>
                  <a:lnTo>
                    <a:pt x="9060" y="150075"/>
                  </a:lnTo>
                  <a:lnTo>
                    <a:pt x="7200" y="151934"/>
                  </a:lnTo>
                  <a:lnTo>
                    <a:pt x="6077" y="152399"/>
                  </a:lnTo>
                  <a:close/>
                </a:path>
                <a:path w="9525" h="4248150">
                  <a:moveTo>
                    <a:pt x="6077" y="104774"/>
                  </a:moveTo>
                  <a:lnTo>
                    <a:pt x="3447" y="104774"/>
                  </a:lnTo>
                  <a:lnTo>
                    <a:pt x="2324" y="104309"/>
                  </a:lnTo>
                  <a:lnTo>
                    <a:pt x="464" y="102450"/>
                  </a:lnTo>
                  <a:lnTo>
                    <a:pt x="0" y="101327"/>
                  </a:lnTo>
                  <a:lnTo>
                    <a:pt x="0" y="98697"/>
                  </a:lnTo>
                  <a:lnTo>
                    <a:pt x="464" y="97574"/>
                  </a:lnTo>
                  <a:lnTo>
                    <a:pt x="2324" y="95715"/>
                  </a:lnTo>
                  <a:lnTo>
                    <a:pt x="3447" y="95249"/>
                  </a:lnTo>
                  <a:lnTo>
                    <a:pt x="6077" y="95249"/>
                  </a:lnTo>
                  <a:lnTo>
                    <a:pt x="7200" y="95715"/>
                  </a:lnTo>
                  <a:lnTo>
                    <a:pt x="9060" y="97574"/>
                  </a:lnTo>
                  <a:lnTo>
                    <a:pt x="9524" y="98697"/>
                  </a:lnTo>
                  <a:lnTo>
                    <a:pt x="9524" y="101327"/>
                  </a:lnTo>
                  <a:lnTo>
                    <a:pt x="9060" y="102450"/>
                  </a:lnTo>
                  <a:lnTo>
                    <a:pt x="7200" y="104309"/>
                  </a:lnTo>
                  <a:lnTo>
                    <a:pt x="6077" y="104774"/>
                  </a:lnTo>
                  <a:close/>
                </a:path>
                <a:path w="9525" h="4248150">
                  <a:moveTo>
                    <a:pt x="6077" y="57149"/>
                  </a:moveTo>
                  <a:lnTo>
                    <a:pt x="3447" y="57149"/>
                  </a:lnTo>
                  <a:lnTo>
                    <a:pt x="2324" y="56684"/>
                  </a:lnTo>
                  <a:lnTo>
                    <a:pt x="464" y="54825"/>
                  </a:lnTo>
                  <a:lnTo>
                    <a:pt x="0" y="53702"/>
                  </a:lnTo>
                  <a:lnTo>
                    <a:pt x="0" y="51072"/>
                  </a:lnTo>
                  <a:lnTo>
                    <a:pt x="464" y="49949"/>
                  </a:lnTo>
                  <a:lnTo>
                    <a:pt x="2324" y="48090"/>
                  </a:lnTo>
                  <a:lnTo>
                    <a:pt x="3447" y="47624"/>
                  </a:lnTo>
                  <a:lnTo>
                    <a:pt x="6077" y="47624"/>
                  </a:lnTo>
                  <a:lnTo>
                    <a:pt x="7200" y="48090"/>
                  </a:lnTo>
                  <a:lnTo>
                    <a:pt x="9060" y="49949"/>
                  </a:lnTo>
                  <a:lnTo>
                    <a:pt x="9524" y="51072"/>
                  </a:lnTo>
                  <a:lnTo>
                    <a:pt x="9524" y="53702"/>
                  </a:lnTo>
                  <a:lnTo>
                    <a:pt x="9060" y="54825"/>
                  </a:lnTo>
                  <a:lnTo>
                    <a:pt x="7200" y="56684"/>
                  </a:lnTo>
                  <a:lnTo>
                    <a:pt x="6077" y="57149"/>
                  </a:lnTo>
                  <a:close/>
                </a:path>
                <a:path w="9525" h="4248150">
                  <a:moveTo>
                    <a:pt x="6077" y="9524"/>
                  </a:moveTo>
                  <a:lnTo>
                    <a:pt x="3447" y="9524"/>
                  </a:lnTo>
                  <a:lnTo>
                    <a:pt x="2324" y="9059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5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5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59"/>
                  </a:lnTo>
                  <a:lnTo>
                    <a:pt x="6077" y="9524"/>
                  </a:lnTo>
                  <a:close/>
                </a:path>
              </a:pathLst>
            </a:custGeom>
            <a:solidFill>
              <a:srgbClr val="EFECFA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202" name="object 202"/>
          <p:cNvSpPr txBox="1"/>
          <p:nvPr/>
        </p:nvSpPr>
        <p:spPr>
          <a:xfrm>
            <a:off x="9068827" y="5772112"/>
            <a:ext cx="16821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21" dirty="0">
                <a:solidFill>
                  <a:srgbClr val="5C5C60"/>
                </a:solidFill>
                <a:latin typeface="Segoe UI"/>
                <a:cs typeface="Segoe UI"/>
              </a:rPr>
              <a:t>400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9068827" y="5052801"/>
            <a:ext cx="16821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21" dirty="0">
                <a:solidFill>
                  <a:srgbClr val="5C5C60"/>
                </a:solidFill>
                <a:latin typeface="Segoe UI"/>
                <a:cs typeface="Segoe UI"/>
              </a:rPr>
              <a:t>600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9068827" y="4333491"/>
            <a:ext cx="168215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21" dirty="0">
                <a:solidFill>
                  <a:srgbClr val="5C5C60"/>
                </a:solidFill>
                <a:latin typeface="Segoe UI"/>
                <a:cs typeface="Segoe UI"/>
              </a:rPr>
              <a:t>800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016512" y="3614180"/>
            <a:ext cx="220513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1000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016512" y="2894869"/>
            <a:ext cx="220513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1200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016512" y="2175558"/>
            <a:ext cx="220513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1400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9890316" y="5990345"/>
            <a:ext cx="278741" cy="167726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1019" spc="-47" dirty="0">
                <a:solidFill>
                  <a:srgbClr val="252423"/>
                </a:solidFill>
                <a:latin typeface="Tahoma"/>
                <a:cs typeface="Tahoma"/>
              </a:rPr>
              <a:t>Anno</a:t>
            </a:r>
            <a:endParaRPr sz="1019">
              <a:latin typeface="Tahoma"/>
              <a:cs typeface="Tahoma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8839192" y="3376770"/>
            <a:ext cx="141064" cy="13397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0784">
              <a:lnSpc>
                <a:spcPts val="1083"/>
              </a:lnSpc>
            </a:pPr>
            <a:r>
              <a:rPr sz="1019" spc="-59" dirty="0">
                <a:solidFill>
                  <a:srgbClr val="252423"/>
                </a:solidFill>
                <a:latin typeface="Tahoma"/>
                <a:cs typeface="Tahoma"/>
              </a:rPr>
              <a:t>Media </a:t>
            </a:r>
            <a:r>
              <a:rPr sz="1019" spc="-47" dirty="0">
                <a:solidFill>
                  <a:srgbClr val="252423"/>
                </a:solidFill>
                <a:latin typeface="Tahoma"/>
                <a:cs typeface="Tahoma"/>
              </a:rPr>
              <a:t>di</a:t>
            </a:r>
            <a:r>
              <a:rPr sz="1019" spc="-59" dirty="0">
                <a:solidFill>
                  <a:srgbClr val="252423"/>
                </a:solidFill>
                <a:latin typeface="Tahoma"/>
                <a:cs typeface="Tahoma"/>
              </a:rPr>
              <a:t> Food </a:t>
            </a:r>
            <a:r>
              <a:rPr sz="1019" spc="-25" dirty="0">
                <a:solidFill>
                  <a:srgbClr val="252423"/>
                </a:solidFill>
                <a:latin typeface="Tahoma"/>
                <a:cs typeface="Tahoma"/>
              </a:rPr>
              <a:t>Price</a:t>
            </a:r>
            <a:r>
              <a:rPr sz="1019" spc="-59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019" spc="-55" dirty="0">
                <a:solidFill>
                  <a:srgbClr val="252423"/>
                </a:solidFill>
                <a:latin typeface="Tahoma"/>
                <a:cs typeface="Tahoma"/>
              </a:rPr>
              <a:t>Index</a:t>
            </a:r>
            <a:endParaRPr sz="1019">
              <a:latin typeface="Tahoma"/>
              <a:cs typeface="Tahoma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9564851" y="5866379"/>
            <a:ext cx="220513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2000</a:t>
            </a:r>
            <a:endParaRPr sz="764">
              <a:latin typeface="Segoe UI"/>
              <a:cs typeface="Segoe UI"/>
            </a:endParaRPr>
          </a:p>
        </p:txBody>
      </p:sp>
      <p:sp>
        <p:nvSpPr>
          <p:cNvPr id="211" name="object 211"/>
          <p:cNvSpPr/>
          <p:nvPr/>
        </p:nvSpPr>
        <p:spPr>
          <a:xfrm>
            <a:off x="10383022" y="2250025"/>
            <a:ext cx="8087" cy="3606920"/>
          </a:xfrm>
          <a:custGeom>
            <a:avLst/>
            <a:gdLst/>
            <a:ahLst/>
            <a:cxnLst/>
            <a:rect l="l" t="t" r="r" b="b"/>
            <a:pathLst>
              <a:path w="9525" h="4248150">
                <a:moveTo>
                  <a:pt x="6077" y="4248149"/>
                </a:moveTo>
                <a:lnTo>
                  <a:pt x="3447" y="4248149"/>
                </a:lnTo>
                <a:lnTo>
                  <a:pt x="2324" y="4247684"/>
                </a:lnTo>
                <a:lnTo>
                  <a:pt x="464" y="4245824"/>
                </a:lnTo>
                <a:lnTo>
                  <a:pt x="0" y="4244702"/>
                </a:lnTo>
                <a:lnTo>
                  <a:pt x="0" y="4242071"/>
                </a:lnTo>
                <a:lnTo>
                  <a:pt x="464" y="4240949"/>
                </a:lnTo>
                <a:lnTo>
                  <a:pt x="2324" y="4239089"/>
                </a:lnTo>
                <a:lnTo>
                  <a:pt x="3447" y="4238624"/>
                </a:lnTo>
                <a:lnTo>
                  <a:pt x="6077" y="4238624"/>
                </a:lnTo>
                <a:lnTo>
                  <a:pt x="7200" y="4239089"/>
                </a:lnTo>
                <a:lnTo>
                  <a:pt x="9060" y="4240949"/>
                </a:lnTo>
                <a:lnTo>
                  <a:pt x="9524" y="4242071"/>
                </a:lnTo>
                <a:lnTo>
                  <a:pt x="9524" y="4244702"/>
                </a:lnTo>
                <a:lnTo>
                  <a:pt x="9060" y="4245824"/>
                </a:lnTo>
                <a:lnTo>
                  <a:pt x="7200" y="4247684"/>
                </a:lnTo>
                <a:lnTo>
                  <a:pt x="6077" y="4248149"/>
                </a:lnTo>
                <a:close/>
              </a:path>
              <a:path w="9525" h="4248150">
                <a:moveTo>
                  <a:pt x="6077" y="4200524"/>
                </a:moveTo>
                <a:lnTo>
                  <a:pt x="3447" y="4200524"/>
                </a:lnTo>
                <a:lnTo>
                  <a:pt x="2324" y="4200059"/>
                </a:lnTo>
                <a:lnTo>
                  <a:pt x="464" y="4198199"/>
                </a:lnTo>
                <a:lnTo>
                  <a:pt x="0" y="4197077"/>
                </a:lnTo>
                <a:lnTo>
                  <a:pt x="0" y="4194446"/>
                </a:lnTo>
                <a:lnTo>
                  <a:pt x="464" y="4193324"/>
                </a:lnTo>
                <a:lnTo>
                  <a:pt x="2324" y="4191464"/>
                </a:lnTo>
                <a:lnTo>
                  <a:pt x="3447" y="4190999"/>
                </a:lnTo>
                <a:lnTo>
                  <a:pt x="6077" y="4190999"/>
                </a:lnTo>
                <a:lnTo>
                  <a:pt x="7200" y="4191464"/>
                </a:lnTo>
                <a:lnTo>
                  <a:pt x="9060" y="4193324"/>
                </a:lnTo>
                <a:lnTo>
                  <a:pt x="9524" y="4194446"/>
                </a:lnTo>
                <a:lnTo>
                  <a:pt x="9524" y="4197077"/>
                </a:lnTo>
                <a:lnTo>
                  <a:pt x="9060" y="4198199"/>
                </a:lnTo>
                <a:lnTo>
                  <a:pt x="7200" y="4200059"/>
                </a:lnTo>
                <a:lnTo>
                  <a:pt x="6077" y="4200524"/>
                </a:lnTo>
                <a:close/>
              </a:path>
              <a:path w="9525" h="4248150">
                <a:moveTo>
                  <a:pt x="6077" y="4152899"/>
                </a:moveTo>
                <a:lnTo>
                  <a:pt x="3447" y="4152899"/>
                </a:lnTo>
                <a:lnTo>
                  <a:pt x="2324" y="4152434"/>
                </a:lnTo>
                <a:lnTo>
                  <a:pt x="464" y="4150574"/>
                </a:lnTo>
                <a:lnTo>
                  <a:pt x="0" y="4149452"/>
                </a:lnTo>
                <a:lnTo>
                  <a:pt x="0" y="4146821"/>
                </a:lnTo>
                <a:lnTo>
                  <a:pt x="464" y="4145699"/>
                </a:lnTo>
                <a:lnTo>
                  <a:pt x="2324" y="4143839"/>
                </a:lnTo>
                <a:lnTo>
                  <a:pt x="3447" y="4143374"/>
                </a:lnTo>
                <a:lnTo>
                  <a:pt x="6077" y="4143374"/>
                </a:lnTo>
                <a:lnTo>
                  <a:pt x="7200" y="4143839"/>
                </a:lnTo>
                <a:lnTo>
                  <a:pt x="9060" y="4145699"/>
                </a:lnTo>
                <a:lnTo>
                  <a:pt x="9524" y="4146821"/>
                </a:lnTo>
                <a:lnTo>
                  <a:pt x="9524" y="4149452"/>
                </a:lnTo>
                <a:lnTo>
                  <a:pt x="9060" y="4150574"/>
                </a:lnTo>
                <a:lnTo>
                  <a:pt x="7200" y="4152434"/>
                </a:lnTo>
                <a:lnTo>
                  <a:pt x="6077" y="4152899"/>
                </a:lnTo>
                <a:close/>
              </a:path>
              <a:path w="9525" h="4248150">
                <a:moveTo>
                  <a:pt x="6077" y="4105274"/>
                </a:moveTo>
                <a:lnTo>
                  <a:pt x="3447" y="4105274"/>
                </a:lnTo>
                <a:lnTo>
                  <a:pt x="2324" y="4104809"/>
                </a:lnTo>
                <a:lnTo>
                  <a:pt x="464" y="4102949"/>
                </a:lnTo>
                <a:lnTo>
                  <a:pt x="0" y="4101827"/>
                </a:lnTo>
                <a:lnTo>
                  <a:pt x="0" y="4099196"/>
                </a:lnTo>
                <a:lnTo>
                  <a:pt x="464" y="4098074"/>
                </a:lnTo>
                <a:lnTo>
                  <a:pt x="2324" y="4096214"/>
                </a:lnTo>
                <a:lnTo>
                  <a:pt x="3447" y="4095749"/>
                </a:lnTo>
                <a:lnTo>
                  <a:pt x="6077" y="4095749"/>
                </a:lnTo>
                <a:lnTo>
                  <a:pt x="7200" y="4096214"/>
                </a:lnTo>
                <a:lnTo>
                  <a:pt x="9060" y="4098074"/>
                </a:lnTo>
                <a:lnTo>
                  <a:pt x="9524" y="4099196"/>
                </a:lnTo>
                <a:lnTo>
                  <a:pt x="9524" y="4101827"/>
                </a:lnTo>
                <a:lnTo>
                  <a:pt x="9060" y="4102949"/>
                </a:lnTo>
                <a:lnTo>
                  <a:pt x="7200" y="4104809"/>
                </a:lnTo>
                <a:lnTo>
                  <a:pt x="6077" y="4105274"/>
                </a:lnTo>
                <a:close/>
              </a:path>
              <a:path w="9525" h="4248150">
                <a:moveTo>
                  <a:pt x="6077" y="4057649"/>
                </a:moveTo>
                <a:lnTo>
                  <a:pt x="3447" y="4057649"/>
                </a:lnTo>
                <a:lnTo>
                  <a:pt x="2324" y="4057184"/>
                </a:lnTo>
                <a:lnTo>
                  <a:pt x="464" y="4055324"/>
                </a:lnTo>
                <a:lnTo>
                  <a:pt x="0" y="4054202"/>
                </a:lnTo>
                <a:lnTo>
                  <a:pt x="0" y="4051571"/>
                </a:lnTo>
                <a:lnTo>
                  <a:pt x="464" y="4050449"/>
                </a:lnTo>
                <a:lnTo>
                  <a:pt x="2324" y="4048589"/>
                </a:lnTo>
                <a:lnTo>
                  <a:pt x="3447" y="4048124"/>
                </a:lnTo>
                <a:lnTo>
                  <a:pt x="6077" y="4048124"/>
                </a:lnTo>
                <a:lnTo>
                  <a:pt x="7200" y="4048589"/>
                </a:lnTo>
                <a:lnTo>
                  <a:pt x="9060" y="4050449"/>
                </a:lnTo>
                <a:lnTo>
                  <a:pt x="9524" y="4051571"/>
                </a:lnTo>
                <a:lnTo>
                  <a:pt x="9524" y="4054202"/>
                </a:lnTo>
                <a:lnTo>
                  <a:pt x="9060" y="4055324"/>
                </a:lnTo>
                <a:lnTo>
                  <a:pt x="7200" y="4057184"/>
                </a:lnTo>
                <a:lnTo>
                  <a:pt x="6077" y="4057649"/>
                </a:lnTo>
                <a:close/>
              </a:path>
              <a:path w="9525" h="4248150">
                <a:moveTo>
                  <a:pt x="6077" y="4010024"/>
                </a:moveTo>
                <a:lnTo>
                  <a:pt x="3447" y="4010024"/>
                </a:lnTo>
                <a:lnTo>
                  <a:pt x="2324" y="4009559"/>
                </a:lnTo>
                <a:lnTo>
                  <a:pt x="464" y="4007699"/>
                </a:lnTo>
                <a:lnTo>
                  <a:pt x="0" y="4006577"/>
                </a:lnTo>
                <a:lnTo>
                  <a:pt x="0" y="4003946"/>
                </a:lnTo>
                <a:lnTo>
                  <a:pt x="464" y="4002824"/>
                </a:lnTo>
                <a:lnTo>
                  <a:pt x="2324" y="4000964"/>
                </a:lnTo>
                <a:lnTo>
                  <a:pt x="3447" y="4000499"/>
                </a:lnTo>
                <a:lnTo>
                  <a:pt x="6077" y="4000499"/>
                </a:lnTo>
                <a:lnTo>
                  <a:pt x="7200" y="4000964"/>
                </a:lnTo>
                <a:lnTo>
                  <a:pt x="9060" y="4002824"/>
                </a:lnTo>
                <a:lnTo>
                  <a:pt x="9524" y="4003946"/>
                </a:lnTo>
                <a:lnTo>
                  <a:pt x="9524" y="4006577"/>
                </a:lnTo>
                <a:lnTo>
                  <a:pt x="9060" y="4007699"/>
                </a:lnTo>
                <a:lnTo>
                  <a:pt x="7200" y="4009559"/>
                </a:lnTo>
                <a:lnTo>
                  <a:pt x="6077" y="4010024"/>
                </a:lnTo>
                <a:close/>
              </a:path>
              <a:path w="9525" h="4248150">
                <a:moveTo>
                  <a:pt x="6077" y="3962399"/>
                </a:moveTo>
                <a:lnTo>
                  <a:pt x="3447" y="3962399"/>
                </a:lnTo>
                <a:lnTo>
                  <a:pt x="2324" y="3961934"/>
                </a:lnTo>
                <a:lnTo>
                  <a:pt x="464" y="3960074"/>
                </a:lnTo>
                <a:lnTo>
                  <a:pt x="0" y="3958952"/>
                </a:lnTo>
                <a:lnTo>
                  <a:pt x="0" y="3956321"/>
                </a:lnTo>
                <a:lnTo>
                  <a:pt x="464" y="3955199"/>
                </a:lnTo>
                <a:lnTo>
                  <a:pt x="2324" y="3953339"/>
                </a:lnTo>
                <a:lnTo>
                  <a:pt x="3447" y="3952874"/>
                </a:lnTo>
                <a:lnTo>
                  <a:pt x="6077" y="3952874"/>
                </a:lnTo>
                <a:lnTo>
                  <a:pt x="7200" y="3953339"/>
                </a:lnTo>
                <a:lnTo>
                  <a:pt x="9060" y="3955199"/>
                </a:lnTo>
                <a:lnTo>
                  <a:pt x="9524" y="3956321"/>
                </a:lnTo>
                <a:lnTo>
                  <a:pt x="9524" y="3958952"/>
                </a:lnTo>
                <a:lnTo>
                  <a:pt x="9060" y="3960074"/>
                </a:lnTo>
                <a:lnTo>
                  <a:pt x="7200" y="3961934"/>
                </a:lnTo>
                <a:lnTo>
                  <a:pt x="6077" y="3962399"/>
                </a:lnTo>
                <a:close/>
              </a:path>
              <a:path w="9525" h="4248150">
                <a:moveTo>
                  <a:pt x="6077" y="3914774"/>
                </a:moveTo>
                <a:lnTo>
                  <a:pt x="3447" y="3914774"/>
                </a:lnTo>
                <a:lnTo>
                  <a:pt x="2324" y="3914309"/>
                </a:lnTo>
                <a:lnTo>
                  <a:pt x="464" y="3912449"/>
                </a:lnTo>
                <a:lnTo>
                  <a:pt x="0" y="3911327"/>
                </a:lnTo>
                <a:lnTo>
                  <a:pt x="0" y="3908696"/>
                </a:lnTo>
                <a:lnTo>
                  <a:pt x="464" y="3907574"/>
                </a:lnTo>
                <a:lnTo>
                  <a:pt x="2324" y="3905714"/>
                </a:lnTo>
                <a:lnTo>
                  <a:pt x="3447" y="3905249"/>
                </a:lnTo>
                <a:lnTo>
                  <a:pt x="6077" y="3905249"/>
                </a:lnTo>
                <a:lnTo>
                  <a:pt x="7200" y="3905714"/>
                </a:lnTo>
                <a:lnTo>
                  <a:pt x="9060" y="3907574"/>
                </a:lnTo>
                <a:lnTo>
                  <a:pt x="9524" y="3908696"/>
                </a:lnTo>
                <a:lnTo>
                  <a:pt x="9524" y="3911327"/>
                </a:lnTo>
                <a:lnTo>
                  <a:pt x="9060" y="3912449"/>
                </a:lnTo>
                <a:lnTo>
                  <a:pt x="7200" y="3914309"/>
                </a:lnTo>
                <a:lnTo>
                  <a:pt x="6077" y="3914774"/>
                </a:lnTo>
                <a:close/>
              </a:path>
              <a:path w="9525" h="4248150">
                <a:moveTo>
                  <a:pt x="6077" y="3867149"/>
                </a:moveTo>
                <a:lnTo>
                  <a:pt x="3447" y="3867149"/>
                </a:lnTo>
                <a:lnTo>
                  <a:pt x="2324" y="3866684"/>
                </a:lnTo>
                <a:lnTo>
                  <a:pt x="464" y="3864824"/>
                </a:lnTo>
                <a:lnTo>
                  <a:pt x="0" y="3863702"/>
                </a:lnTo>
                <a:lnTo>
                  <a:pt x="0" y="3861071"/>
                </a:lnTo>
                <a:lnTo>
                  <a:pt x="464" y="3859949"/>
                </a:lnTo>
                <a:lnTo>
                  <a:pt x="2324" y="3858089"/>
                </a:lnTo>
                <a:lnTo>
                  <a:pt x="3447" y="3857624"/>
                </a:lnTo>
                <a:lnTo>
                  <a:pt x="6077" y="3857624"/>
                </a:lnTo>
                <a:lnTo>
                  <a:pt x="7200" y="3858089"/>
                </a:lnTo>
                <a:lnTo>
                  <a:pt x="9060" y="3859949"/>
                </a:lnTo>
                <a:lnTo>
                  <a:pt x="9524" y="3861071"/>
                </a:lnTo>
                <a:lnTo>
                  <a:pt x="9524" y="3863702"/>
                </a:lnTo>
                <a:lnTo>
                  <a:pt x="9060" y="3864824"/>
                </a:lnTo>
                <a:lnTo>
                  <a:pt x="7200" y="3866684"/>
                </a:lnTo>
                <a:lnTo>
                  <a:pt x="6077" y="3867149"/>
                </a:lnTo>
                <a:close/>
              </a:path>
              <a:path w="9525" h="4248150">
                <a:moveTo>
                  <a:pt x="6077" y="3819524"/>
                </a:moveTo>
                <a:lnTo>
                  <a:pt x="3447" y="3819524"/>
                </a:lnTo>
                <a:lnTo>
                  <a:pt x="2324" y="3819059"/>
                </a:lnTo>
                <a:lnTo>
                  <a:pt x="464" y="3817199"/>
                </a:lnTo>
                <a:lnTo>
                  <a:pt x="0" y="3816077"/>
                </a:lnTo>
                <a:lnTo>
                  <a:pt x="0" y="3813446"/>
                </a:lnTo>
                <a:lnTo>
                  <a:pt x="464" y="3812324"/>
                </a:lnTo>
                <a:lnTo>
                  <a:pt x="2324" y="3810464"/>
                </a:lnTo>
                <a:lnTo>
                  <a:pt x="3447" y="3809999"/>
                </a:lnTo>
                <a:lnTo>
                  <a:pt x="6077" y="3809999"/>
                </a:lnTo>
                <a:lnTo>
                  <a:pt x="7200" y="3810464"/>
                </a:lnTo>
                <a:lnTo>
                  <a:pt x="9060" y="3812324"/>
                </a:lnTo>
                <a:lnTo>
                  <a:pt x="9524" y="3813446"/>
                </a:lnTo>
                <a:lnTo>
                  <a:pt x="9524" y="3816077"/>
                </a:lnTo>
                <a:lnTo>
                  <a:pt x="9060" y="3817199"/>
                </a:lnTo>
                <a:lnTo>
                  <a:pt x="7200" y="3819059"/>
                </a:lnTo>
                <a:lnTo>
                  <a:pt x="6077" y="3819524"/>
                </a:lnTo>
                <a:close/>
              </a:path>
              <a:path w="9525" h="4248150">
                <a:moveTo>
                  <a:pt x="6077" y="3771899"/>
                </a:moveTo>
                <a:lnTo>
                  <a:pt x="3447" y="3771899"/>
                </a:lnTo>
                <a:lnTo>
                  <a:pt x="2324" y="3771434"/>
                </a:lnTo>
                <a:lnTo>
                  <a:pt x="464" y="3769574"/>
                </a:lnTo>
                <a:lnTo>
                  <a:pt x="0" y="3768452"/>
                </a:lnTo>
                <a:lnTo>
                  <a:pt x="0" y="3765821"/>
                </a:lnTo>
                <a:lnTo>
                  <a:pt x="464" y="3764699"/>
                </a:lnTo>
                <a:lnTo>
                  <a:pt x="2324" y="3762839"/>
                </a:lnTo>
                <a:lnTo>
                  <a:pt x="3447" y="3762374"/>
                </a:lnTo>
                <a:lnTo>
                  <a:pt x="6077" y="3762374"/>
                </a:lnTo>
                <a:lnTo>
                  <a:pt x="7200" y="3762839"/>
                </a:lnTo>
                <a:lnTo>
                  <a:pt x="9060" y="3764699"/>
                </a:lnTo>
                <a:lnTo>
                  <a:pt x="9524" y="3765821"/>
                </a:lnTo>
                <a:lnTo>
                  <a:pt x="9524" y="3768452"/>
                </a:lnTo>
                <a:lnTo>
                  <a:pt x="9060" y="3769574"/>
                </a:lnTo>
                <a:lnTo>
                  <a:pt x="7200" y="3771434"/>
                </a:lnTo>
                <a:lnTo>
                  <a:pt x="6077" y="3771899"/>
                </a:lnTo>
                <a:close/>
              </a:path>
              <a:path w="9525" h="4248150">
                <a:moveTo>
                  <a:pt x="6077" y="3724274"/>
                </a:moveTo>
                <a:lnTo>
                  <a:pt x="3447" y="3724274"/>
                </a:lnTo>
                <a:lnTo>
                  <a:pt x="2324" y="3723809"/>
                </a:lnTo>
                <a:lnTo>
                  <a:pt x="464" y="3721949"/>
                </a:lnTo>
                <a:lnTo>
                  <a:pt x="0" y="3720827"/>
                </a:lnTo>
                <a:lnTo>
                  <a:pt x="0" y="3718196"/>
                </a:lnTo>
                <a:lnTo>
                  <a:pt x="464" y="3717074"/>
                </a:lnTo>
                <a:lnTo>
                  <a:pt x="2324" y="3715214"/>
                </a:lnTo>
                <a:lnTo>
                  <a:pt x="3447" y="3714749"/>
                </a:lnTo>
                <a:lnTo>
                  <a:pt x="6077" y="3714749"/>
                </a:lnTo>
                <a:lnTo>
                  <a:pt x="7200" y="3715214"/>
                </a:lnTo>
                <a:lnTo>
                  <a:pt x="9060" y="3717074"/>
                </a:lnTo>
                <a:lnTo>
                  <a:pt x="9524" y="3718196"/>
                </a:lnTo>
                <a:lnTo>
                  <a:pt x="9524" y="3720827"/>
                </a:lnTo>
                <a:lnTo>
                  <a:pt x="9060" y="3721949"/>
                </a:lnTo>
                <a:lnTo>
                  <a:pt x="7200" y="3723809"/>
                </a:lnTo>
                <a:lnTo>
                  <a:pt x="6077" y="3724274"/>
                </a:lnTo>
                <a:close/>
              </a:path>
              <a:path w="9525" h="4248150">
                <a:moveTo>
                  <a:pt x="6077" y="3676649"/>
                </a:moveTo>
                <a:lnTo>
                  <a:pt x="3447" y="3676649"/>
                </a:lnTo>
                <a:lnTo>
                  <a:pt x="2324" y="3676184"/>
                </a:lnTo>
                <a:lnTo>
                  <a:pt x="464" y="3674324"/>
                </a:lnTo>
                <a:lnTo>
                  <a:pt x="0" y="3673202"/>
                </a:lnTo>
                <a:lnTo>
                  <a:pt x="0" y="3670571"/>
                </a:lnTo>
                <a:lnTo>
                  <a:pt x="464" y="3669449"/>
                </a:lnTo>
                <a:lnTo>
                  <a:pt x="2324" y="3667589"/>
                </a:lnTo>
                <a:lnTo>
                  <a:pt x="3447" y="3667124"/>
                </a:lnTo>
                <a:lnTo>
                  <a:pt x="6077" y="3667124"/>
                </a:lnTo>
                <a:lnTo>
                  <a:pt x="7200" y="3667589"/>
                </a:lnTo>
                <a:lnTo>
                  <a:pt x="9060" y="3669449"/>
                </a:lnTo>
                <a:lnTo>
                  <a:pt x="9524" y="3670571"/>
                </a:lnTo>
                <a:lnTo>
                  <a:pt x="9524" y="3673202"/>
                </a:lnTo>
                <a:lnTo>
                  <a:pt x="9060" y="3674324"/>
                </a:lnTo>
                <a:lnTo>
                  <a:pt x="7200" y="3676184"/>
                </a:lnTo>
                <a:lnTo>
                  <a:pt x="6077" y="3676649"/>
                </a:lnTo>
                <a:close/>
              </a:path>
              <a:path w="9525" h="4248150">
                <a:moveTo>
                  <a:pt x="6077" y="3629024"/>
                </a:moveTo>
                <a:lnTo>
                  <a:pt x="3447" y="3629024"/>
                </a:lnTo>
                <a:lnTo>
                  <a:pt x="2324" y="3628559"/>
                </a:lnTo>
                <a:lnTo>
                  <a:pt x="464" y="3626699"/>
                </a:lnTo>
                <a:lnTo>
                  <a:pt x="0" y="3625577"/>
                </a:lnTo>
                <a:lnTo>
                  <a:pt x="0" y="3622946"/>
                </a:lnTo>
                <a:lnTo>
                  <a:pt x="464" y="3621824"/>
                </a:lnTo>
                <a:lnTo>
                  <a:pt x="2324" y="3619964"/>
                </a:lnTo>
                <a:lnTo>
                  <a:pt x="3447" y="3619499"/>
                </a:lnTo>
                <a:lnTo>
                  <a:pt x="6077" y="3619499"/>
                </a:lnTo>
                <a:lnTo>
                  <a:pt x="7200" y="3619964"/>
                </a:lnTo>
                <a:lnTo>
                  <a:pt x="9060" y="3621824"/>
                </a:lnTo>
                <a:lnTo>
                  <a:pt x="9524" y="3622946"/>
                </a:lnTo>
                <a:lnTo>
                  <a:pt x="9524" y="3625577"/>
                </a:lnTo>
                <a:lnTo>
                  <a:pt x="9060" y="3626699"/>
                </a:lnTo>
                <a:lnTo>
                  <a:pt x="7200" y="3628559"/>
                </a:lnTo>
                <a:lnTo>
                  <a:pt x="6077" y="3629024"/>
                </a:lnTo>
                <a:close/>
              </a:path>
              <a:path w="9525" h="4248150">
                <a:moveTo>
                  <a:pt x="6077" y="3581399"/>
                </a:moveTo>
                <a:lnTo>
                  <a:pt x="3447" y="3581399"/>
                </a:lnTo>
                <a:lnTo>
                  <a:pt x="2324" y="3580934"/>
                </a:lnTo>
                <a:lnTo>
                  <a:pt x="464" y="3579074"/>
                </a:lnTo>
                <a:lnTo>
                  <a:pt x="0" y="3577952"/>
                </a:lnTo>
                <a:lnTo>
                  <a:pt x="0" y="3575321"/>
                </a:lnTo>
                <a:lnTo>
                  <a:pt x="464" y="3574199"/>
                </a:lnTo>
                <a:lnTo>
                  <a:pt x="2324" y="3572339"/>
                </a:lnTo>
                <a:lnTo>
                  <a:pt x="3447" y="3571874"/>
                </a:lnTo>
                <a:lnTo>
                  <a:pt x="6077" y="3571874"/>
                </a:lnTo>
                <a:lnTo>
                  <a:pt x="7200" y="3572339"/>
                </a:lnTo>
                <a:lnTo>
                  <a:pt x="9060" y="3574199"/>
                </a:lnTo>
                <a:lnTo>
                  <a:pt x="9524" y="3575321"/>
                </a:lnTo>
                <a:lnTo>
                  <a:pt x="9524" y="3577952"/>
                </a:lnTo>
                <a:lnTo>
                  <a:pt x="9060" y="3579074"/>
                </a:lnTo>
                <a:lnTo>
                  <a:pt x="7200" y="3580934"/>
                </a:lnTo>
                <a:lnTo>
                  <a:pt x="6077" y="3581399"/>
                </a:lnTo>
                <a:close/>
              </a:path>
              <a:path w="9525" h="4248150">
                <a:moveTo>
                  <a:pt x="6077" y="3533774"/>
                </a:moveTo>
                <a:lnTo>
                  <a:pt x="3447" y="3533774"/>
                </a:lnTo>
                <a:lnTo>
                  <a:pt x="2324" y="3533309"/>
                </a:lnTo>
                <a:lnTo>
                  <a:pt x="464" y="3531449"/>
                </a:lnTo>
                <a:lnTo>
                  <a:pt x="0" y="3530327"/>
                </a:lnTo>
                <a:lnTo>
                  <a:pt x="0" y="3527696"/>
                </a:lnTo>
                <a:lnTo>
                  <a:pt x="464" y="3526574"/>
                </a:lnTo>
                <a:lnTo>
                  <a:pt x="2324" y="3524714"/>
                </a:lnTo>
                <a:lnTo>
                  <a:pt x="3447" y="3524249"/>
                </a:lnTo>
                <a:lnTo>
                  <a:pt x="6077" y="3524249"/>
                </a:lnTo>
                <a:lnTo>
                  <a:pt x="7200" y="3524714"/>
                </a:lnTo>
                <a:lnTo>
                  <a:pt x="9060" y="3526574"/>
                </a:lnTo>
                <a:lnTo>
                  <a:pt x="9524" y="3527696"/>
                </a:lnTo>
                <a:lnTo>
                  <a:pt x="9524" y="3530327"/>
                </a:lnTo>
                <a:lnTo>
                  <a:pt x="9060" y="3531449"/>
                </a:lnTo>
                <a:lnTo>
                  <a:pt x="7200" y="3533309"/>
                </a:lnTo>
                <a:lnTo>
                  <a:pt x="6077" y="3533774"/>
                </a:lnTo>
                <a:close/>
              </a:path>
              <a:path w="9525" h="4248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4248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4248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4248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7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7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4248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4248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4248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4248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4248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2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2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4248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4248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2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2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4248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7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7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4248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4248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7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7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4248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2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2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4248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7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7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4248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2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2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4248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6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6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4248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4248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4248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1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1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4248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4248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1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1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4248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4248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4248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4248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4248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6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6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4248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4248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4248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4248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4248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4248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4248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4248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4248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90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90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4248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4248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4248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4248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4248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5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5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4248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4248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4248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4248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4248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4248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5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5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4248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4248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4248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4248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4248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4248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4248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4248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4248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4248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4248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4248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4248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4248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4248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4248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4248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4248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4248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4248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4248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4248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4248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4248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4248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4248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EFECFA"/>
          </a:solidFill>
        </p:spPr>
        <p:txBody>
          <a:bodyPr wrap="square" lIns="0" tIns="0" rIns="0" bIns="0" rtlCol="0"/>
          <a:lstStyle/>
          <a:p>
            <a:endParaRPr sz="1528"/>
          </a:p>
        </p:txBody>
      </p:sp>
      <p:sp>
        <p:nvSpPr>
          <p:cNvPr id="212" name="object 212"/>
          <p:cNvSpPr txBox="1"/>
          <p:nvPr/>
        </p:nvSpPr>
        <p:spPr>
          <a:xfrm>
            <a:off x="10282436" y="5866379"/>
            <a:ext cx="220513" cy="128485"/>
          </a:xfrm>
          <a:prstGeom prst="rect">
            <a:avLst/>
          </a:prstGeom>
        </p:spPr>
        <p:txBody>
          <a:bodyPr vert="horz" wrap="square" lIns="0" tIns="10783" rIns="0" bIns="0" rtlCol="0">
            <a:spAutoFit/>
          </a:bodyPr>
          <a:lstStyle/>
          <a:p>
            <a:pPr>
              <a:spcBef>
                <a:spcPts val="85"/>
              </a:spcBef>
            </a:pPr>
            <a:r>
              <a:rPr sz="764" spc="-17" dirty="0">
                <a:solidFill>
                  <a:srgbClr val="5C5C60"/>
                </a:solidFill>
                <a:latin typeface="Segoe UI"/>
                <a:cs typeface="Segoe UI"/>
              </a:rPr>
              <a:t>2020</a:t>
            </a:r>
            <a:endParaRPr sz="764">
              <a:latin typeface="Segoe UI"/>
              <a:cs typeface="Segoe UI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5901905" y="1965205"/>
            <a:ext cx="4734824" cy="4059807"/>
            <a:chOff x="6095999" y="2314575"/>
            <a:chExt cx="5576570" cy="4781550"/>
          </a:xfrm>
        </p:grpSpPr>
        <p:pic>
          <p:nvPicPr>
            <p:cNvPr id="214" name="object 2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01262" y="6264800"/>
              <a:ext cx="91786" cy="105419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45772" y="5684123"/>
              <a:ext cx="216308" cy="30168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14803" y="5237232"/>
              <a:ext cx="89534" cy="89534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99319" y="6000760"/>
              <a:ext cx="89534" cy="8953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57061" y="5951694"/>
              <a:ext cx="427597" cy="751400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37381" y="5447264"/>
              <a:ext cx="89534" cy="89534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79639" y="4782221"/>
              <a:ext cx="89534" cy="89534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21897" y="3546032"/>
              <a:ext cx="89534" cy="89534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64155" y="4644906"/>
              <a:ext cx="89534" cy="89534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06412" y="4323680"/>
              <a:ext cx="89534" cy="89534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48670" y="3374476"/>
              <a:ext cx="89534" cy="89534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90928" y="4493471"/>
              <a:ext cx="89534" cy="89534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33186" y="3819250"/>
              <a:ext cx="89534" cy="89534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075443" y="3663226"/>
              <a:ext cx="89534" cy="89534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117701" y="5490329"/>
              <a:ext cx="89534" cy="89534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159959" y="5238644"/>
              <a:ext cx="89534" cy="89534"/>
            </a:xfrm>
            <a:prstGeom prst="rect">
              <a:avLst/>
            </a:prstGeom>
          </p:spPr>
        </p:pic>
        <p:sp>
          <p:nvSpPr>
            <p:cNvPr id="230" name="object 230"/>
            <p:cNvSpPr/>
            <p:nvPr/>
          </p:nvSpPr>
          <p:spPr>
            <a:xfrm>
              <a:off x="11206979" y="50097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8A23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1206979" y="50097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pic>
          <p:nvPicPr>
            <p:cNvPr id="232" name="object 2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244475" y="5370664"/>
              <a:ext cx="89534" cy="89534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11291495" y="511456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8A23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1291495" y="511456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58A23A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pic>
          <p:nvPicPr>
            <p:cNvPr id="235" name="object 2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28991" y="4379807"/>
              <a:ext cx="89534" cy="89534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71248" y="3613807"/>
              <a:ext cx="89534" cy="89534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13506" y="2843925"/>
              <a:ext cx="89534" cy="89534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55764" y="4056110"/>
              <a:ext cx="89534" cy="89534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98021" y="3751122"/>
              <a:ext cx="89534" cy="89534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540279" y="3558740"/>
              <a:ext cx="89534" cy="89534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82537" y="3249163"/>
              <a:ext cx="89534" cy="89534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10106024" y="3683432"/>
              <a:ext cx="1521460" cy="2851785"/>
            </a:xfrm>
            <a:custGeom>
              <a:avLst/>
              <a:gdLst/>
              <a:ahLst/>
              <a:cxnLst/>
              <a:rect l="l" t="t" r="r" b="b"/>
              <a:pathLst>
                <a:path w="1521459" h="2851784">
                  <a:moveTo>
                    <a:pt x="0" y="2851409"/>
                  </a:moveTo>
                  <a:lnTo>
                    <a:pt x="152128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0106025" y="3715096"/>
              <a:ext cx="1510665" cy="2824480"/>
            </a:xfrm>
            <a:custGeom>
              <a:avLst/>
              <a:gdLst/>
              <a:ahLst/>
              <a:cxnLst/>
              <a:rect l="l" t="t" r="r" b="b"/>
              <a:pathLst>
                <a:path w="1510665" h="2824479">
                  <a:moveTo>
                    <a:pt x="8403" y="2824227"/>
                  </a:moveTo>
                  <a:lnTo>
                    <a:pt x="0" y="2819744"/>
                  </a:lnTo>
                  <a:lnTo>
                    <a:pt x="0" y="2799508"/>
                  </a:lnTo>
                  <a:lnTo>
                    <a:pt x="14013" y="2773241"/>
                  </a:lnTo>
                  <a:lnTo>
                    <a:pt x="30821" y="2782208"/>
                  </a:lnTo>
                  <a:lnTo>
                    <a:pt x="8403" y="2824227"/>
                  </a:lnTo>
                  <a:close/>
                </a:path>
                <a:path w="1510665" h="2824479">
                  <a:moveTo>
                    <a:pt x="53239" y="2740190"/>
                  </a:moveTo>
                  <a:lnTo>
                    <a:pt x="36431" y="2731223"/>
                  </a:lnTo>
                  <a:lnTo>
                    <a:pt x="58849" y="2689204"/>
                  </a:lnTo>
                  <a:lnTo>
                    <a:pt x="75657" y="2698171"/>
                  </a:lnTo>
                  <a:lnTo>
                    <a:pt x="53239" y="2740190"/>
                  </a:lnTo>
                  <a:close/>
                </a:path>
                <a:path w="1510665" h="2824479">
                  <a:moveTo>
                    <a:pt x="98074" y="2656152"/>
                  </a:moveTo>
                  <a:lnTo>
                    <a:pt x="81267" y="2647185"/>
                  </a:lnTo>
                  <a:lnTo>
                    <a:pt x="103685" y="2605166"/>
                  </a:lnTo>
                  <a:lnTo>
                    <a:pt x="120492" y="2614133"/>
                  </a:lnTo>
                  <a:lnTo>
                    <a:pt x="98074" y="2656152"/>
                  </a:lnTo>
                  <a:close/>
                </a:path>
                <a:path w="1510665" h="2824479">
                  <a:moveTo>
                    <a:pt x="142910" y="2572115"/>
                  </a:moveTo>
                  <a:lnTo>
                    <a:pt x="126103" y="2563148"/>
                  </a:lnTo>
                  <a:lnTo>
                    <a:pt x="148520" y="2521129"/>
                  </a:lnTo>
                  <a:lnTo>
                    <a:pt x="165328" y="2530096"/>
                  </a:lnTo>
                  <a:lnTo>
                    <a:pt x="142910" y="2572115"/>
                  </a:lnTo>
                  <a:close/>
                </a:path>
                <a:path w="1510665" h="2824479">
                  <a:moveTo>
                    <a:pt x="187746" y="2488077"/>
                  </a:moveTo>
                  <a:lnTo>
                    <a:pt x="170938" y="2479110"/>
                  </a:lnTo>
                  <a:lnTo>
                    <a:pt x="193356" y="2437091"/>
                  </a:lnTo>
                  <a:lnTo>
                    <a:pt x="210164" y="2446058"/>
                  </a:lnTo>
                  <a:lnTo>
                    <a:pt x="187746" y="2488077"/>
                  </a:lnTo>
                  <a:close/>
                </a:path>
                <a:path w="1510665" h="2824479">
                  <a:moveTo>
                    <a:pt x="232581" y="2404039"/>
                  </a:moveTo>
                  <a:lnTo>
                    <a:pt x="215774" y="2395072"/>
                  </a:lnTo>
                  <a:lnTo>
                    <a:pt x="238192" y="2353053"/>
                  </a:lnTo>
                  <a:lnTo>
                    <a:pt x="254999" y="2362020"/>
                  </a:lnTo>
                  <a:lnTo>
                    <a:pt x="232581" y="2404039"/>
                  </a:lnTo>
                  <a:close/>
                </a:path>
                <a:path w="1510665" h="2824479">
                  <a:moveTo>
                    <a:pt x="277417" y="2320001"/>
                  </a:moveTo>
                  <a:lnTo>
                    <a:pt x="260610" y="2311035"/>
                  </a:lnTo>
                  <a:lnTo>
                    <a:pt x="283027" y="2269016"/>
                  </a:lnTo>
                  <a:lnTo>
                    <a:pt x="299835" y="2277983"/>
                  </a:lnTo>
                  <a:lnTo>
                    <a:pt x="277417" y="2320001"/>
                  </a:lnTo>
                  <a:close/>
                </a:path>
                <a:path w="1510665" h="2824479">
                  <a:moveTo>
                    <a:pt x="322253" y="2235964"/>
                  </a:moveTo>
                  <a:lnTo>
                    <a:pt x="305445" y="2226997"/>
                  </a:lnTo>
                  <a:lnTo>
                    <a:pt x="327863" y="2184978"/>
                  </a:lnTo>
                  <a:lnTo>
                    <a:pt x="344671" y="2193945"/>
                  </a:lnTo>
                  <a:lnTo>
                    <a:pt x="322253" y="2235964"/>
                  </a:lnTo>
                  <a:close/>
                </a:path>
                <a:path w="1510665" h="2824479">
                  <a:moveTo>
                    <a:pt x="367088" y="2151926"/>
                  </a:moveTo>
                  <a:lnTo>
                    <a:pt x="350281" y="2142959"/>
                  </a:lnTo>
                  <a:lnTo>
                    <a:pt x="372699" y="2100941"/>
                  </a:lnTo>
                  <a:lnTo>
                    <a:pt x="389506" y="2109908"/>
                  </a:lnTo>
                  <a:lnTo>
                    <a:pt x="367088" y="2151926"/>
                  </a:lnTo>
                  <a:close/>
                </a:path>
                <a:path w="1510665" h="2824479">
                  <a:moveTo>
                    <a:pt x="411924" y="2067889"/>
                  </a:moveTo>
                  <a:lnTo>
                    <a:pt x="395117" y="2058922"/>
                  </a:lnTo>
                  <a:lnTo>
                    <a:pt x="417534" y="2016903"/>
                  </a:lnTo>
                  <a:lnTo>
                    <a:pt x="434342" y="2025870"/>
                  </a:lnTo>
                  <a:lnTo>
                    <a:pt x="411924" y="2067889"/>
                  </a:lnTo>
                  <a:close/>
                </a:path>
                <a:path w="1510665" h="2824479">
                  <a:moveTo>
                    <a:pt x="456760" y="1983851"/>
                  </a:moveTo>
                  <a:lnTo>
                    <a:pt x="439952" y="1974884"/>
                  </a:lnTo>
                  <a:lnTo>
                    <a:pt x="462370" y="1932865"/>
                  </a:lnTo>
                  <a:lnTo>
                    <a:pt x="479178" y="1941832"/>
                  </a:lnTo>
                  <a:lnTo>
                    <a:pt x="456760" y="1983851"/>
                  </a:lnTo>
                  <a:close/>
                </a:path>
                <a:path w="1510665" h="2824479">
                  <a:moveTo>
                    <a:pt x="501595" y="1899813"/>
                  </a:moveTo>
                  <a:lnTo>
                    <a:pt x="484788" y="1890847"/>
                  </a:lnTo>
                  <a:lnTo>
                    <a:pt x="507206" y="1848828"/>
                  </a:lnTo>
                  <a:lnTo>
                    <a:pt x="524013" y="1857795"/>
                  </a:lnTo>
                  <a:lnTo>
                    <a:pt x="501595" y="1899813"/>
                  </a:lnTo>
                  <a:close/>
                </a:path>
                <a:path w="1510665" h="2824479">
                  <a:moveTo>
                    <a:pt x="546431" y="1815776"/>
                  </a:moveTo>
                  <a:lnTo>
                    <a:pt x="529624" y="1806809"/>
                  </a:lnTo>
                  <a:lnTo>
                    <a:pt x="552041" y="1764790"/>
                  </a:lnTo>
                  <a:lnTo>
                    <a:pt x="568849" y="1773757"/>
                  </a:lnTo>
                  <a:lnTo>
                    <a:pt x="546431" y="1815776"/>
                  </a:lnTo>
                  <a:close/>
                </a:path>
                <a:path w="1510665" h="2824479">
                  <a:moveTo>
                    <a:pt x="591267" y="1731738"/>
                  </a:moveTo>
                  <a:lnTo>
                    <a:pt x="574459" y="1722771"/>
                  </a:lnTo>
                  <a:lnTo>
                    <a:pt x="596877" y="1680752"/>
                  </a:lnTo>
                  <a:lnTo>
                    <a:pt x="613685" y="1689719"/>
                  </a:lnTo>
                  <a:lnTo>
                    <a:pt x="591267" y="1731738"/>
                  </a:lnTo>
                  <a:close/>
                </a:path>
                <a:path w="1510665" h="2824479">
                  <a:moveTo>
                    <a:pt x="636102" y="1647700"/>
                  </a:moveTo>
                  <a:lnTo>
                    <a:pt x="619295" y="1638733"/>
                  </a:lnTo>
                  <a:lnTo>
                    <a:pt x="641713" y="1596715"/>
                  </a:lnTo>
                  <a:lnTo>
                    <a:pt x="658520" y="1605682"/>
                  </a:lnTo>
                  <a:lnTo>
                    <a:pt x="636102" y="1647700"/>
                  </a:lnTo>
                  <a:close/>
                </a:path>
                <a:path w="1510665" h="2824479">
                  <a:moveTo>
                    <a:pt x="680938" y="1563663"/>
                  </a:moveTo>
                  <a:lnTo>
                    <a:pt x="664131" y="1554696"/>
                  </a:lnTo>
                  <a:lnTo>
                    <a:pt x="686548" y="1512677"/>
                  </a:lnTo>
                  <a:lnTo>
                    <a:pt x="703356" y="1521644"/>
                  </a:lnTo>
                  <a:lnTo>
                    <a:pt x="680938" y="1563663"/>
                  </a:lnTo>
                  <a:close/>
                </a:path>
                <a:path w="1510665" h="2824479">
                  <a:moveTo>
                    <a:pt x="725774" y="1479625"/>
                  </a:moveTo>
                  <a:lnTo>
                    <a:pt x="708966" y="1470658"/>
                  </a:lnTo>
                  <a:lnTo>
                    <a:pt x="731384" y="1428639"/>
                  </a:lnTo>
                  <a:lnTo>
                    <a:pt x="748192" y="1437606"/>
                  </a:lnTo>
                  <a:lnTo>
                    <a:pt x="725774" y="1479625"/>
                  </a:lnTo>
                  <a:close/>
                </a:path>
                <a:path w="1510665" h="2824479">
                  <a:moveTo>
                    <a:pt x="770609" y="1395588"/>
                  </a:moveTo>
                  <a:lnTo>
                    <a:pt x="753802" y="1386621"/>
                  </a:lnTo>
                  <a:lnTo>
                    <a:pt x="776220" y="1344602"/>
                  </a:lnTo>
                  <a:lnTo>
                    <a:pt x="793027" y="1353569"/>
                  </a:lnTo>
                  <a:lnTo>
                    <a:pt x="770609" y="1395588"/>
                  </a:lnTo>
                  <a:close/>
                </a:path>
                <a:path w="1510665" h="2824479">
                  <a:moveTo>
                    <a:pt x="815445" y="1311550"/>
                  </a:moveTo>
                  <a:lnTo>
                    <a:pt x="798637" y="1302583"/>
                  </a:lnTo>
                  <a:lnTo>
                    <a:pt x="821055" y="1260564"/>
                  </a:lnTo>
                  <a:lnTo>
                    <a:pt x="837863" y="1269531"/>
                  </a:lnTo>
                  <a:lnTo>
                    <a:pt x="815445" y="1311550"/>
                  </a:lnTo>
                  <a:close/>
                </a:path>
                <a:path w="1510665" h="2824479">
                  <a:moveTo>
                    <a:pt x="860281" y="1227512"/>
                  </a:moveTo>
                  <a:lnTo>
                    <a:pt x="843473" y="1218545"/>
                  </a:lnTo>
                  <a:lnTo>
                    <a:pt x="865891" y="1176526"/>
                  </a:lnTo>
                  <a:lnTo>
                    <a:pt x="882699" y="1185494"/>
                  </a:lnTo>
                  <a:lnTo>
                    <a:pt x="860281" y="1227512"/>
                  </a:lnTo>
                  <a:close/>
                </a:path>
                <a:path w="1510665" h="2824479">
                  <a:moveTo>
                    <a:pt x="905116" y="1143475"/>
                  </a:moveTo>
                  <a:lnTo>
                    <a:pt x="888309" y="1134508"/>
                  </a:lnTo>
                  <a:lnTo>
                    <a:pt x="910727" y="1092489"/>
                  </a:lnTo>
                  <a:lnTo>
                    <a:pt x="927534" y="1101456"/>
                  </a:lnTo>
                  <a:lnTo>
                    <a:pt x="905116" y="1143475"/>
                  </a:lnTo>
                  <a:close/>
                </a:path>
                <a:path w="1510665" h="2824479">
                  <a:moveTo>
                    <a:pt x="949952" y="1059437"/>
                  </a:moveTo>
                  <a:lnTo>
                    <a:pt x="933144" y="1050470"/>
                  </a:lnTo>
                  <a:lnTo>
                    <a:pt x="955562" y="1008451"/>
                  </a:lnTo>
                  <a:lnTo>
                    <a:pt x="972370" y="1017418"/>
                  </a:lnTo>
                  <a:lnTo>
                    <a:pt x="949952" y="1059437"/>
                  </a:lnTo>
                  <a:close/>
                </a:path>
                <a:path w="1510665" h="2824479">
                  <a:moveTo>
                    <a:pt x="994788" y="975399"/>
                  </a:moveTo>
                  <a:lnTo>
                    <a:pt x="977980" y="966432"/>
                  </a:lnTo>
                  <a:lnTo>
                    <a:pt x="1000398" y="924413"/>
                  </a:lnTo>
                  <a:lnTo>
                    <a:pt x="1017206" y="933381"/>
                  </a:lnTo>
                  <a:lnTo>
                    <a:pt x="994788" y="975399"/>
                  </a:lnTo>
                  <a:close/>
                </a:path>
                <a:path w="1510665" h="2824479">
                  <a:moveTo>
                    <a:pt x="1039623" y="891362"/>
                  </a:moveTo>
                  <a:lnTo>
                    <a:pt x="1022816" y="882395"/>
                  </a:lnTo>
                  <a:lnTo>
                    <a:pt x="1045234" y="840376"/>
                  </a:lnTo>
                  <a:lnTo>
                    <a:pt x="1062041" y="849343"/>
                  </a:lnTo>
                  <a:lnTo>
                    <a:pt x="1039623" y="891362"/>
                  </a:lnTo>
                  <a:close/>
                </a:path>
                <a:path w="1510665" h="2824479">
                  <a:moveTo>
                    <a:pt x="1084459" y="807324"/>
                  </a:moveTo>
                  <a:lnTo>
                    <a:pt x="1067651" y="798357"/>
                  </a:lnTo>
                  <a:lnTo>
                    <a:pt x="1090069" y="756338"/>
                  </a:lnTo>
                  <a:lnTo>
                    <a:pt x="1106877" y="765305"/>
                  </a:lnTo>
                  <a:lnTo>
                    <a:pt x="1084459" y="807324"/>
                  </a:lnTo>
                  <a:close/>
                </a:path>
                <a:path w="1510665" h="2824479">
                  <a:moveTo>
                    <a:pt x="1129295" y="723287"/>
                  </a:moveTo>
                  <a:lnTo>
                    <a:pt x="1112487" y="714320"/>
                  </a:lnTo>
                  <a:lnTo>
                    <a:pt x="1134905" y="672301"/>
                  </a:lnTo>
                  <a:lnTo>
                    <a:pt x="1151712" y="681268"/>
                  </a:lnTo>
                  <a:lnTo>
                    <a:pt x="1129295" y="723287"/>
                  </a:lnTo>
                  <a:close/>
                </a:path>
                <a:path w="1510665" h="2824479">
                  <a:moveTo>
                    <a:pt x="1174130" y="639249"/>
                  </a:moveTo>
                  <a:lnTo>
                    <a:pt x="1157323" y="630282"/>
                  </a:lnTo>
                  <a:lnTo>
                    <a:pt x="1179741" y="588263"/>
                  </a:lnTo>
                  <a:lnTo>
                    <a:pt x="1196548" y="597230"/>
                  </a:lnTo>
                  <a:lnTo>
                    <a:pt x="1174130" y="639249"/>
                  </a:lnTo>
                  <a:close/>
                </a:path>
                <a:path w="1510665" h="2824479">
                  <a:moveTo>
                    <a:pt x="1218966" y="555211"/>
                  </a:moveTo>
                  <a:lnTo>
                    <a:pt x="1202158" y="546244"/>
                  </a:lnTo>
                  <a:lnTo>
                    <a:pt x="1224576" y="504225"/>
                  </a:lnTo>
                  <a:lnTo>
                    <a:pt x="1241384" y="513193"/>
                  </a:lnTo>
                  <a:lnTo>
                    <a:pt x="1218966" y="555211"/>
                  </a:lnTo>
                  <a:close/>
                </a:path>
                <a:path w="1510665" h="2824479">
                  <a:moveTo>
                    <a:pt x="1263802" y="471174"/>
                  </a:moveTo>
                  <a:lnTo>
                    <a:pt x="1246994" y="462207"/>
                  </a:lnTo>
                  <a:lnTo>
                    <a:pt x="1269412" y="420188"/>
                  </a:lnTo>
                  <a:lnTo>
                    <a:pt x="1286219" y="429155"/>
                  </a:lnTo>
                  <a:lnTo>
                    <a:pt x="1263802" y="471174"/>
                  </a:lnTo>
                  <a:close/>
                </a:path>
                <a:path w="1510665" h="2824479">
                  <a:moveTo>
                    <a:pt x="1308637" y="387136"/>
                  </a:moveTo>
                  <a:lnTo>
                    <a:pt x="1291830" y="378169"/>
                  </a:lnTo>
                  <a:lnTo>
                    <a:pt x="1314248" y="336150"/>
                  </a:lnTo>
                  <a:lnTo>
                    <a:pt x="1331055" y="345117"/>
                  </a:lnTo>
                  <a:lnTo>
                    <a:pt x="1308637" y="387136"/>
                  </a:lnTo>
                  <a:close/>
                </a:path>
                <a:path w="1510665" h="2824479">
                  <a:moveTo>
                    <a:pt x="1353473" y="303098"/>
                  </a:moveTo>
                  <a:lnTo>
                    <a:pt x="1336666" y="294131"/>
                  </a:lnTo>
                  <a:lnTo>
                    <a:pt x="1359083" y="252113"/>
                  </a:lnTo>
                  <a:lnTo>
                    <a:pt x="1375891" y="261080"/>
                  </a:lnTo>
                  <a:lnTo>
                    <a:pt x="1353473" y="303098"/>
                  </a:lnTo>
                  <a:close/>
                </a:path>
                <a:path w="1510665" h="2824479">
                  <a:moveTo>
                    <a:pt x="1398309" y="219061"/>
                  </a:moveTo>
                  <a:lnTo>
                    <a:pt x="1381501" y="210094"/>
                  </a:lnTo>
                  <a:lnTo>
                    <a:pt x="1403919" y="168075"/>
                  </a:lnTo>
                  <a:lnTo>
                    <a:pt x="1420726" y="177042"/>
                  </a:lnTo>
                  <a:lnTo>
                    <a:pt x="1398309" y="219061"/>
                  </a:lnTo>
                  <a:close/>
                </a:path>
                <a:path w="1510665" h="2824479">
                  <a:moveTo>
                    <a:pt x="1443144" y="135023"/>
                  </a:moveTo>
                  <a:lnTo>
                    <a:pt x="1426337" y="126056"/>
                  </a:lnTo>
                  <a:lnTo>
                    <a:pt x="1448755" y="84037"/>
                  </a:lnTo>
                  <a:lnTo>
                    <a:pt x="1465562" y="93004"/>
                  </a:lnTo>
                  <a:lnTo>
                    <a:pt x="1443144" y="135023"/>
                  </a:lnTo>
                  <a:close/>
                </a:path>
                <a:path w="1510665" h="2824479">
                  <a:moveTo>
                    <a:pt x="1487980" y="50986"/>
                  </a:moveTo>
                  <a:lnTo>
                    <a:pt x="1471172" y="42018"/>
                  </a:lnTo>
                  <a:lnTo>
                    <a:pt x="1493590" y="0"/>
                  </a:lnTo>
                  <a:lnTo>
                    <a:pt x="1510398" y="8967"/>
                  </a:lnTo>
                  <a:lnTo>
                    <a:pt x="1487980" y="50986"/>
                  </a:lnTo>
                  <a:close/>
                </a:path>
              </a:pathLst>
            </a:custGeom>
            <a:solidFill>
              <a:srgbClr val="AC8F2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44" name="object 244"/>
            <p:cNvSpPr/>
            <p:nvPr/>
          </p:nvSpPr>
          <p:spPr>
            <a:xfrm>
              <a:off x="6095999" y="2314575"/>
              <a:ext cx="3181350" cy="4781550"/>
            </a:xfrm>
            <a:custGeom>
              <a:avLst/>
              <a:gdLst/>
              <a:ahLst/>
              <a:cxnLst/>
              <a:rect l="l" t="t" r="r" b="b"/>
              <a:pathLst>
                <a:path w="3181350" h="4781550">
                  <a:moveTo>
                    <a:pt x="3181349" y="4781549"/>
                  </a:moveTo>
                  <a:lnTo>
                    <a:pt x="0" y="4781549"/>
                  </a:lnTo>
                  <a:lnTo>
                    <a:pt x="0" y="0"/>
                  </a:lnTo>
                  <a:lnTo>
                    <a:pt x="3181349" y="0"/>
                  </a:lnTo>
                  <a:lnTo>
                    <a:pt x="3181349" y="4781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graphicFrame>
        <p:nvGraphicFramePr>
          <p:cNvPr id="245" name="object 245"/>
          <p:cNvGraphicFramePr>
            <a:graphicFrameLocks noGrp="1"/>
          </p:cNvGraphicFramePr>
          <p:nvPr/>
        </p:nvGraphicFramePr>
        <p:xfrm>
          <a:off x="5942343" y="2005641"/>
          <a:ext cx="2490338" cy="3992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741"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20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Anno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6175" marB="0">
                    <a:lnR w="19050">
                      <a:solidFill>
                        <a:srgbClr val="79B461"/>
                      </a:solidFill>
                      <a:prstDash val="solid"/>
                    </a:lnR>
                    <a:lnB w="9525">
                      <a:solidFill>
                        <a:srgbClr val="2D85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Media</a:t>
                      </a:r>
                      <a:r>
                        <a:rPr sz="1000" b="1" spc="-15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00" b="1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di</a:t>
                      </a:r>
                      <a:r>
                        <a:rPr sz="1000" b="1" spc="-15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00" b="1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Food</a:t>
                      </a:r>
                      <a:r>
                        <a:rPr sz="1000" b="1" spc="-10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00" b="1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Price</a:t>
                      </a:r>
                      <a:r>
                        <a:rPr sz="1000" b="1" spc="-15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11111"/>
                          </a:solidFill>
                          <a:latin typeface="Georgia"/>
                          <a:cs typeface="Georgia"/>
                        </a:rPr>
                        <a:t>Index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6175" marB="0">
                    <a:lnL w="19050">
                      <a:solidFill>
                        <a:srgbClr val="79B461"/>
                      </a:solidFill>
                      <a:prstDash val="solid"/>
                    </a:lnL>
                    <a:lnB w="9525">
                      <a:solidFill>
                        <a:srgbClr val="2D85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1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5340" marB="0">
                    <a:lnT w="9525">
                      <a:solidFill>
                        <a:srgbClr val="2D8509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078" marB="0">
                    <a:lnR w="9525">
                      <a:solidFill>
                        <a:srgbClr val="2D8509"/>
                      </a:solidFill>
                      <a:prstDash val="solid"/>
                    </a:lnR>
                    <a:lnT w="9525">
                      <a:solidFill>
                        <a:srgbClr val="2D8509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535,58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36123" marB="0">
                    <a:lnL w="9525">
                      <a:solidFill>
                        <a:srgbClr val="2D8509"/>
                      </a:solidFill>
                      <a:prstDash val="solid"/>
                    </a:lnL>
                    <a:lnT w="9525">
                      <a:solidFill>
                        <a:srgbClr val="2D8509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531,83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642,25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622,58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672,67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653,42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778,17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547,08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597,92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1999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511,92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496,00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469,42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453,25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490,42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99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609,50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lnB w="19050">
                      <a:solidFill>
                        <a:srgbClr val="79B4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007">
                <a:tc>
                  <a:txBody>
                    <a:bodyPr/>
                    <a:lstStyle/>
                    <a:p>
                      <a:pPr marL="1270" algn="ctr">
                        <a:lnSpc>
                          <a:spcPts val="135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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653" marB="0">
                    <a:lnT w="19050">
                      <a:solidFill>
                        <a:srgbClr val="79B46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20" dirty="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2005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392" marB="0">
                    <a:lnR w="9525">
                      <a:solidFill>
                        <a:srgbClr val="2D8509"/>
                      </a:solidFill>
                      <a:prstDash val="solid"/>
                    </a:lnR>
                    <a:lnT w="19050">
                      <a:solidFill>
                        <a:srgbClr val="79B46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1250"/>
                        </a:lnSpc>
                        <a:spcBef>
                          <a:spcPts val="375"/>
                        </a:spcBef>
                      </a:pPr>
                      <a:r>
                        <a:rPr sz="1000" spc="-10" dirty="0">
                          <a:solidFill>
                            <a:srgbClr val="111111"/>
                          </a:solidFill>
                          <a:latin typeface="Segoe UI"/>
                          <a:cs typeface="Segoe UI"/>
                        </a:rPr>
                        <a:t>575,08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T="40436" marB="0">
                    <a:lnL w="9525">
                      <a:solidFill>
                        <a:srgbClr val="2D8509"/>
                      </a:solidFill>
                      <a:prstDash val="solid"/>
                    </a:lnL>
                    <a:lnT w="19050">
                      <a:solidFill>
                        <a:srgbClr val="79B46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46" name="object 246"/>
          <p:cNvGrpSpPr/>
          <p:nvPr/>
        </p:nvGrpSpPr>
        <p:grpSpPr>
          <a:xfrm>
            <a:off x="8489830" y="2005641"/>
            <a:ext cx="72785" cy="3978934"/>
            <a:chOff x="9143999" y="2362199"/>
            <a:chExt cx="85725" cy="4686300"/>
          </a:xfrm>
        </p:grpSpPr>
        <p:sp>
          <p:nvSpPr>
            <p:cNvPr id="247" name="object 247"/>
            <p:cNvSpPr/>
            <p:nvPr/>
          </p:nvSpPr>
          <p:spPr>
            <a:xfrm>
              <a:off x="9143999" y="2362199"/>
              <a:ext cx="85725" cy="4686300"/>
            </a:xfrm>
            <a:custGeom>
              <a:avLst/>
              <a:gdLst/>
              <a:ahLst/>
              <a:cxnLst/>
              <a:rect l="l" t="t" r="r" b="b"/>
              <a:pathLst>
                <a:path w="85725" h="4686300">
                  <a:moveTo>
                    <a:pt x="48546" y="4686299"/>
                  </a:moveTo>
                  <a:lnTo>
                    <a:pt x="37178" y="4686299"/>
                  </a:lnTo>
                  <a:lnTo>
                    <a:pt x="31710" y="4685211"/>
                  </a:lnTo>
                  <a:lnTo>
                    <a:pt x="1087" y="4654588"/>
                  </a:lnTo>
                  <a:lnTo>
                    <a:pt x="0" y="4649120"/>
                  </a:lnTo>
                  <a:lnTo>
                    <a:pt x="0" y="46434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48546" y="0"/>
                  </a:lnTo>
                  <a:lnTo>
                    <a:pt x="80287" y="21208"/>
                  </a:lnTo>
                  <a:lnTo>
                    <a:pt x="85724" y="37178"/>
                  </a:lnTo>
                  <a:lnTo>
                    <a:pt x="85724" y="4649120"/>
                  </a:lnTo>
                  <a:lnTo>
                    <a:pt x="64516" y="4680861"/>
                  </a:lnTo>
                  <a:lnTo>
                    <a:pt x="54013" y="4685211"/>
                  </a:lnTo>
                  <a:lnTo>
                    <a:pt x="48546" y="4686299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48" name="object 248"/>
            <p:cNvSpPr/>
            <p:nvPr/>
          </p:nvSpPr>
          <p:spPr>
            <a:xfrm>
              <a:off x="9148762" y="2366962"/>
              <a:ext cx="76200" cy="1981200"/>
            </a:xfrm>
            <a:custGeom>
              <a:avLst/>
              <a:gdLst/>
              <a:ahLst/>
              <a:cxnLst/>
              <a:rect l="l" t="t" r="r" b="b"/>
              <a:pathLst>
                <a:path w="76200" h="1981200">
                  <a:moveTo>
                    <a:pt x="43152" y="1981199"/>
                  </a:moveTo>
                  <a:lnTo>
                    <a:pt x="33047" y="1981199"/>
                  </a:lnTo>
                  <a:lnTo>
                    <a:pt x="28187" y="1980232"/>
                  </a:lnTo>
                  <a:lnTo>
                    <a:pt x="966" y="1953012"/>
                  </a:lnTo>
                  <a:lnTo>
                    <a:pt x="0" y="1948152"/>
                  </a:lnTo>
                  <a:lnTo>
                    <a:pt x="0" y="1943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1948152"/>
                  </a:lnTo>
                  <a:lnTo>
                    <a:pt x="48012" y="1980232"/>
                  </a:lnTo>
                  <a:lnTo>
                    <a:pt x="43152" y="198119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1528"/>
            </a:p>
          </p:txBody>
        </p:sp>
        <p:sp>
          <p:nvSpPr>
            <p:cNvPr id="249" name="object 249"/>
            <p:cNvSpPr/>
            <p:nvPr/>
          </p:nvSpPr>
          <p:spPr>
            <a:xfrm>
              <a:off x="9148762" y="2366962"/>
              <a:ext cx="76200" cy="1981200"/>
            </a:xfrm>
            <a:custGeom>
              <a:avLst/>
              <a:gdLst/>
              <a:ahLst/>
              <a:cxnLst/>
              <a:rect l="l" t="t" r="r" b="b"/>
              <a:pathLst>
                <a:path w="76200" h="1981200">
                  <a:moveTo>
                    <a:pt x="0" y="1943099"/>
                  </a:move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1943099"/>
                  </a:lnTo>
                  <a:lnTo>
                    <a:pt x="57348" y="1976366"/>
                  </a:lnTo>
                  <a:lnTo>
                    <a:pt x="38099" y="1981199"/>
                  </a:lnTo>
                  <a:lnTo>
                    <a:pt x="33047" y="1981199"/>
                  </a:lnTo>
                  <a:lnTo>
                    <a:pt x="11159" y="1970040"/>
                  </a:lnTo>
                  <a:lnTo>
                    <a:pt x="7586" y="1966467"/>
                  </a:lnTo>
                  <a:lnTo>
                    <a:pt x="4833" y="1962347"/>
                  </a:lnTo>
                  <a:lnTo>
                    <a:pt x="2900" y="1957679"/>
                  </a:lnTo>
                  <a:lnTo>
                    <a:pt x="966" y="1953012"/>
                  </a:lnTo>
                  <a:lnTo>
                    <a:pt x="0" y="1948152"/>
                  </a:lnTo>
                  <a:lnTo>
                    <a:pt x="0" y="19430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28"/>
            </a:p>
          </p:txBody>
        </p:sp>
      </p:grpSp>
      <p:sp>
        <p:nvSpPr>
          <p:cNvPr id="250" name="object 250"/>
          <p:cNvSpPr txBox="1">
            <a:spLocks noGrp="1"/>
          </p:cNvSpPr>
          <p:nvPr>
            <p:ph type="title"/>
          </p:nvPr>
        </p:nvSpPr>
        <p:spPr>
          <a:xfrm>
            <a:off x="735760" y="143519"/>
            <a:ext cx="11157189" cy="410998"/>
          </a:xfrm>
          <a:prstGeom prst="rect">
            <a:avLst/>
          </a:prstGeom>
        </p:spPr>
        <p:txBody>
          <a:bodyPr vert="horz" wrap="square" lIns="0" tIns="10783" rIns="0" bIns="0" rtlCol="0" anchor="ctr">
            <a:spAutoFit/>
          </a:bodyPr>
          <a:lstStyle/>
          <a:p>
            <a:pPr marL="10784" algn="ctr">
              <a:lnSpc>
                <a:spcPct val="100000"/>
              </a:lnSpc>
              <a:spcBef>
                <a:spcPts val="85"/>
              </a:spcBef>
            </a:pPr>
            <a:r>
              <a:rPr sz="2600" i="1" dirty="0"/>
              <a:t>Food</a:t>
            </a:r>
            <a:r>
              <a:rPr sz="2600" i="1" spc="-47" dirty="0"/>
              <a:t> </a:t>
            </a:r>
            <a:r>
              <a:rPr sz="2600" i="1" dirty="0"/>
              <a:t>prices</a:t>
            </a:r>
            <a:r>
              <a:rPr sz="2600" i="1" spc="-47" dirty="0"/>
              <a:t> </a:t>
            </a:r>
            <a:r>
              <a:rPr sz="2600" i="1" dirty="0"/>
              <a:t>increase</a:t>
            </a:r>
            <a:r>
              <a:rPr sz="2600" i="1" spc="-47" dirty="0"/>
              <a:t> </a:t>
            </a:r>
            <a:r>
              <a:rPr sz="2600" i="1" dirty="0"/>
              <a:t>as</a:t>
            </a:r>
            <a:r>
              <a:rPr sz="2600" i="1" spc="-47" dirty="0"/>
              <a:t> </a:t>
            </a:r>
            <a:r>
              <a:rPr sz="2600" i="1" dirty="0"/>
              <a:t>a</a:t>
            </a:r>
            <a:r>
              <a:rPr sz="2600" i="1" spc="-47" dirty="0"/>
              <a:t> </a:t>
            </a:r>
            <a:r>
              <a:rPr sz="2600" i="1" dirty="0"/>
              <a:t>possible</a:t>
            </a:r>
            <a:r>
              <a:rPr sz="2600" i="1" spc="-47" dirty="0"/>
              <a:t> </a:t>
            </a:r>
            <a:r>
              <a:rPr sz="2600" i="1" dirty="0"/>
              <a:t>consequence</a:t>
            </a:r>
            <a:r>
              <a:rPr sz="2600" i="1" spc="-47" dirty="0"/>
              <a:t> </a:t>
            </a:r>
            <a:r>
              <a:rPr sz="2600" i="1" dirty="0"/>
              <a:t>of</a:t>
            </a:r>
            <a:r>
              <a:rPr sz="2600" i="1" spc="-47" dirty="0"/>
              <a:t> </a:t>
            </a:r>
            <a:r>
              <a:rPr sz="2600" i="1" dirty="0"/>
              <a:t>food</a:t>
            </a:r>
            <a:r>
              <a:rPr sz="2600" i="1" spc="-47" dirty="0"/>
              <a:t> </a:t>
            </a:r>
            <a:r>
              <a:rPr sz="2600" i="1" spc="-8" dirty="0"/>
              <a:t>insecurity</a:t>
            </a:r>
          </a:p>
        </p:txBody>
      </p:sp>
      <p:sp>
        <p:nvSpPr>
          <p:cNvPr id="260" name="Rettangolo 259">
            <a:extLst>
              <a:ext uri="{FF2B5EF4-FFF2-40B4-BE49-F238E27FC236}">
                <a16:creationId xmlns:a16="http://schemas.microsoft.com/office/drawing/2014/main" id="{7416387B-24EF-5861-4375-9BBEF78EA53A}"/>
              </a:ext>
            </a:extLst>
          </p:cNvPr>
          <p:cNvSpPr/>
          <p:nvPr/>
        </p:nvSpPr>
        <p:spPr>
          <a:xfrm>
            <a:off x="542926" y="704850"/>
            <a:ext cx="11106150" cy="59817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257</Words>
  <Application>Microsoft Office PowerPoint</Application>
  <PresentationFormat>Widescreen</PresentationFormat>
  <Paragraphs>145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4" baseType="lpstr">
      <vt:lpstr>Arial</vt:lpstr>
      <vt:lpstr>Arial MT</vt:lpstr>
      <vt:lpstr>Calibri</vt:lpstr>
      <vt:lpstr>Calibri Light</vt:lpstr>
      <vt:lpstr>Courier New</vt:lpstr>
      <vt:lpstr>Georgia</vt:lpstr>
      <vt:lpstr>Segoe UI</vt:lpstr>
      <vt:lpstr>Segoe UI Semibold</vt:lpstr>
      <vt:lpstr>Tahoma</vt:lpstr>
      <vt:lpstr>Trebuchet MS</vt:lpstr>
      <vt:lpstr>Office Theme</vt:lpstr>
      <vt:lpstr>Presentazione standard di PowerPoint</vt:lpstr>
      <vt:lpstr>Presentazione standard di PowerPoint</vt:lpstr>
      <vt:lpstr>Food prices increase as a possible consequence of food insecurity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Cosmin</cp:lastModifiedBy>
  <cp:revision>4</cp:revision>
  <dcterms:created xsi:type="dcterms:W3CDTF">2026-04-08T10:21:52Z</dcterms:created>
  <dcterms:modified xsi:type="dcterms:W3CDTF">2026-04-08T11:25:25Z</dcterms:modified>
</cp:coreProperties>
</file>